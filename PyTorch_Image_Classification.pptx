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6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59" r:id="rId8"/>
    <p:sldId id="266" r:id="rId9"/>
    <p:sldId id="261" r:id="rId10"/>
    <p:sldId id="267" r:id="rId11"/>
    <p:sldId id="262" r:id="rId12"/>
    <p:sldId id="268" r:id="rId13"/>
    <p:sldId id="269" r:id="rId14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68"/>
  </p:normalViewPr>
  <p:slideViewPr>
    <p:cSldViewPr snapToGrid="0">
      <p:cViewPr varScale="1">
        <p:scale>
          <a:sx n="85" d="100"/>
          <a:sy n="85" d="100"/>
        </p:scale>
        <p:origin x="17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4" Type="http://schemas.openxmlformats.org/officeDocument/2006/relationships/image" Target="../media/image5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F2CAEC-E3D4-4569-B7A8-8475DA759FC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ABDEDAE-5849-48B3-8780-0D72EBBABD2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 Data processing</a:t>
          </a:r>
        </a:p>
      </dgm:t>
    </dgm:pt>
    <dgm:pt modelId="{AF4F1530-C4FC-4078-B970-A8CA4C6C58CC}" type="parTrans" cxnId="{B05568D3-76E2-4B30-AB01-990E7C1EFD16}">
      <dgm:prSet/>
      <dgm:spPr/>
      <dgm:t>
        <a:bodyPr/>
        <a:lstStyle/>
        <a:p>
          <a:endParaRPr lang="en-US"/>
        </a:p>
      </dgm:t>
    </dgm:pt>
    <dgm:pt modelId="{25AB8266-351E-4BBA-9BE8-6A942934FE0E}" type="sibTrans" cxnId="{B05568D3-76E2-4B30-AB01-990E7C1EFD16}">
      <dgm:prSet/>
      <dgm:spPr/>
      <dgm:t>
        <a:bodyPr/>
        <a:lstStyle/>
        <a:p>
          <a:endParaRPr lang="en-US"/>
        </a:p>
      </dgm:t>
    </dgm:pt>
    <dgm:pt modelId="{D7085EDE-AC02-49F4-BFA5-ABCAC0941C6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Create the model</a:t>
          </a:r>
        </a:p>
      </dgm:t>
    </dgm:pt>
    <dgm:pt modelId="{21BC343E-2035-4728-BB5F-AA4604B0A153}" type="parTrans" cxnId="{3F423E3C-675C-4B6B-9EE0-07CE78EABCD1}">
      <dgm:prSet/>
      <dgm:spPr/>
      <dgm:t>
        <a:bodyPr/>
        <a:lstStyle/>
        <a:p>
          <a:endParaRPr lang="en-US"/>
        </a:p>
      </dgm:t>
    </dgm:pt>
    <dgm:pt modelId="{E3B0A719-C6DC-471A-8F79-E137CEF5F6A2}" type="sibTrans" cxnId="{3F423E3C-675C-4B6B-9EE0-07CE78EABCD1}">
      <dgm:prSet/>
      <dgm:spPr/>
      <dgm:t>
        <a:bodyPr/>
        <a:lstStyle/>
        <a:p>
          <a:endParaRPr lang="en-US"/>
        </a:p>
      </dgm:t>
    </dgm:pt>
    <dgm:pt modelId="{7DE31610-B590-4AE9-A013-A4E2146F82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u="none" dirty="0"/>
            <a:t>Train the model</a:t>
          </a:r>
        </a:p>
      </dgm:t>
    </dgm:pt>
    <dgm:pt modelId="{18653F2F-AEEC-4559-831F-358D7EEDDF4E}" type="parTrans" cxnId="{82894009-4681-4091-93DE-5777A42F1C64}">
      <dgm:prSet/>
      <dgm:spPr/>
      <dgm:t>
        <a:bodyPr/>
        <a:lstStyle/>
        <a:p>
          <a:endParaRPr lang="en-US"/>
        </a:p>
      </dgm:t>
    </dgm:pt>
    <dgm:pt modelId="{06E67BAF-4F4A-4DFE-A408-52F7CF6628E1}" type="sibTrans" cxnId="{82894009-4681-4091-93DE-5777A42F1C64}">
      <dgm:prSet/>
      <dgm:spPr/>
      <dgm:t>
        <a:bodyPr/>
        <a:lstStyle/>
        <a:p>
          <a:endParaRPr lang="en-US"/>
        </a:p>
      </dgm:t>
    </dgm:pt>
    <dgm:pt modelId="{DDCA96E2-CE0C-497A-B071-24DD886B63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u="none" dirty="0"/>
            <a:t>Visualizations &amp; Analysis</a:t>
          </a:r>
        </a:p>
      </dgm:t>
    </dgm:pt>
    <dgm:pt modelId="{16B6F196-1A2A-4C97-AFE0-5E3669061E4E}" type="parTrans" cxnId="{D4801A81-D780-4F7A-B7CF-160B37DBBF6B}">
      <dgm:prSet/>
      <dgm:spPr/>
      <dgm:t>
        <a:bodyPr/>
        <a:lstStyle/>
        <a:p>
          <a:endParaRPr lang="en-US"/>
        </a:p>
      </dgm:t>
    </dgm:pt>
    <dgm:pt modelId="{18D74538-A21F-4FC4-A23E-5ED5858CD9CA}" type="sibTrans" cxnId="{D4801A81-D780-4F7A-B7CF-160B37DBBF6B}">
      <dgm:prSet/>
      <dgm:spPr/>
      <dgm:t>
        <a:bodyPr/>
        <a:lstStyle/>
        <a:p>
          <a:endParaRPr lang="en-US"/>
        </a:p>
      </dgm:t>
    </dgm:pt>
    <dgm:pt modelId="{A1523119-1FC8-4FFC-A376-22225F0F7DBB}" type="pres">
      <dgm:prSet presAssocID="{66F2CAEC-E3D4-4569-B7A8-8475DA759FC7}" presName="root" presStyleCnt="0">
        <dgm:presLayoutVars>
          <dgm:dir/>
          <dgm:resizeHandles val="exact"/>
        </dgm:presLayoutVars>
      </dgm:prSet>
      <dgm:spPr/>
    </dgm:pt>
    <dgm:pt modelId="{F794F7B3-0959-4EAD-B836-8773F628D925}" type="pres">
      <dgm:prSet presAssocID="{6ABDEDAE-5849-48B3-8780-0D72EBBABD24}" presName="compNode" presStyleCnt="0"/>
      <dgm:spPr/>
    </dgm:pt>
    <dgm:pt modelId="{9F673903-24BC-4A6D-A66A-16A38D6FC892}" type="pres">
      <dgm:prSet presAssocID="{6ABDEDAE-5849-48B3-8780-0D72EBBABD24}" presName="iconBgRect" presStyleLbl="bgShp" presStyleIdx="0" presStyleCnt="4"/>
      <dgm:spPr/>
    </dgm:pt>
    <dgm:pt modelId="{F6365282-4EEE-4BA4-B815-6CE9E58E0C89}" type="pres">
      <dgm:prSet presAssocID="{6ABDEDAE-5849-48B3-8780-0D72EBBABD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"/>
        </a:ext>
      </dgm:extLst>
    </dgm:pt>
    <dgm:pt modelId="{DB5088C9-00EB-480F-B301-C4F3B38FA719}" type="pres">
      <dgm:prSet presAssocID="{6ABDEDAE-5849-48B3-8780-0D72EBBABD24}" presName="spaceRect" presStyleCnt="0"/>
      <dgm:spPr/>
    </dgm:pt>
    <dgm:pt modelId="{D25D7D20-B238-4BAC-A361-78774D9027A5}" type="pres">
      <dgm:prSet presAssocID="{6ABDEDAE-5849-48B3-8780-0D72EBBABD24}" presName="textRect" presStyleLbl="revTx" presStyleIdx="0" presStyleCnt="4">
        <dgm:presLayoutVars>
          <dgm:chMax val="1"/>
          <dgm:chPref val="1"/>
        </dgm:presLayoutVars>
      </dgm:prSet>
      <dgm:spPr/>
    </dgm:pt>
    <dgm:pt modelId="{D43B76E4-F13A-449A-A8FB-2ACE2FC200C4}" type="pres">
      <dgm:prSet presAssocID="{25AB8266-351E-4BBA-9BE8-6A942934FE0E}" presName="sibTrans" presStyleCnt="0"/>
      <dgm:spPr/>
    </dgm:pt>
    <dgm:pt modelId="{8A616E21-B03D-41A8-9858-618C237AC3A5}" type="pres">
      <dgm:prSet presAssocID="{D7085EDE-AC02-49F4-BFA5-ABCAC0941C67}" presName="compNode" presStyleCnt="0"/>
      <dgm:spPr/>
    </dgm:pt>
    <dgm:pt modelId="{9F3C57F9-A90E-4163-BF29-8F30F72CEE7D}" type="pres">
      <dgm:prSet presAssocID="{D7085EDE-AC02-49F4-BFA5-ABCAC0941C67}" presName="iconBgRect" presStyleLbl="bgShp" presStyleIdx="1" presStyleCnt="4"/>
      <dgm:spPr/>
    </dgm:pt>
    <dgm:pt modelId="{F1690231-20CA-4A78-8FCE-33A486763E82}" type="pres">
      <dgm:prSet presAssocID="{D7085EDE-AC02-49F4-BFA5-ABCAC0941C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A89AE49-9573-40ED-AA4D-46A2141BC333}" type="pres">
      <dgm:prSet presAssocID="{D7085EDE-AC02-49F4-BFA5-ABCAC0941C67}" presName="spaceRect" presStyleCnt="0"/>
      <dgm:spPr/>
    </dgm:pt>
    <dgm:pt modelId="{68E05BB8-BAC0-436C-A3ED-BB6DB6C25998}" type="pres">
      <dgm:prSet presAssocID="{D7085EDE-AC02-49F4-BFA5-ABCAC0941C67}" presName="textRect" presStyleLbl="revTx" presStyleIdx="1" presStyleCnt="4">
        <dgm:presLayoutVars>
          <dgm:chMax val="1"/>
          <dgm:chPref val="1"/>
        </dgm:presLayoutVars>
      </dgm:prSet>
      <dgm:spPr/>
    </dgm:pt>
    <dgm:pt modelId="{C3115EAD-9D22-427A-B7B3-B41C1CF0ED1E}" type="pres">
      <dgm:prSet presAssocID="{E3B0A719-C6DC-471A-8F79-E137CEF5F6A2}" presName="sibTrans" presStyleCnt="0"/>
      <dgm:spPr/>
    </dgm:pt>
    <dgm:pt modelId="{19974820-818E-4FB9-AE1F-3EAA867D778C}" type="pres">
      <dgm:prSet presAssocID="{7DE31610-B590-4AE9-A013-A4E2146F82EC}" presName="compNode" presStyleCnt="0"/>
      <dgm:spPr/>
    </dgm:pt>
    <dgm:pt modelId="{1C36B2F9-8B1D-4A7B-983F-5526B513C5CA}" type="pres">
      <dgm:prSet presAssocID="{7DE31610-B590-4AE9-A013-A4E2146F82EC}" presName="iconBgRect" presStyleLbl="bgShp" presStyleIdx="2" presStyleCnt="4"/>
      <dgm:spPr/>
    </dgm:pt>
    <dgm:pt modelId="{5D7A747C-ED25-45F3-88AE-68F3A2E48381}" type="pres">
      <dgm:prSet presAssocID="{7DE31610-B590-4AE9-A013-A4E2146F82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åg"/>
        </a:ext>
      </dgm:extLst>
    </dgm:pt>
    <dgm:pt modelId="{55CD68DD-057E-4792-A821-6FCE4F4C2CA1}" type="pres">
      <dgm:prSet presAssocID="{7DE31610-B590-4AE9-A013-A4E2146F82EC}" presName="spaceRect" presStyleCnt="0"/>
      <dgm:spPr/>
    </dgm:pt>
    <dgm:pt modelId="{765CEFBF-97DC-4335-BFD3-1A5D3D47AA5F}" type="pres">
      <dgm:prSet presAssocID="{7DE31610-B590-4AE9-A013-A4E2146F82EC}" presName="textRect" presStyleLbl="revTx" presStyleIdx="2" presStyleCnt="4">
        <dgm:presLayoutVars>
          <dgm:chMax val="1"/>
          <dgm:chPref val="1"/>
        </dgm:presLayoutVars>
      </dgm:prSet>
      <dgm:spPr/>
    </dgm:pt>
    <dgm:pt modelId="{1F50C428-4F4B-4B12-9EF5-C4B3153A47BE}" type="pres">
      <dgm:prSet presAssocID="{06E67BAF-4F4A-4DFE-A408-52F7CF6628E1}" presName="sibTrans" presStyleCnt="0"/>
      <dgm:spPr/>
    </dgm:pt>
    <dgm:pt modelId="{3BC2A977-AA49-4C74-B656-E1855D472AAD}" type="pres">
      <dgm:prSet presAssocID="{DDCA96E2-CE0C-497A-B071-24DD886B63CB}" presName="compNode" presStyleCnt="0"/>
      <dgm:spPr/>
    </dgm:pt>
    <dgm:pt modelId="{335E4695-802F-403A-831D-D037A8402EB5}" type="pres">
      <dgm:prSet presAssocID="{DDCA96E2-CE0C-497A-B071-24DD886B63CB}" presName="iconBgRect" presStyleLbl="bgShp" presStyleIdx="3" presStyleCnt="4"/>
      <dgm:spPr/>
    </dgm:pt>
    <dgm:pt modelId="{6F1D42D5-C355-40D0-B779-926C5B34489B}" type="pres">
      <dgm:prSet presAssocID="{DDCA96E2-CE0C-497A-B071-24DD886B63C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D55D3D74-9FE6-48DD-9E85-E847DBF19786}" type="pres">
      <dgm:prSet presAssocID="{DDCA96E2-CE0C-497A-B071-24DD886B63CB}" presName="spaceRect" presStyleCnt="0"/>
      <dgm:spPr/>
    </dgm:pt>
    <dgm:pt modelId="{E3542EBE-51EE-4270-9136-411495CDD692}" type="pres">
      <dgm:prSet presAssocID="{DDCA96E2-CE0C-497A-B071-24DD886B63C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838C06-7928-2C44-89C1-65770E046A03}" type="presOf" srcId="{D7085EDE-AC02-49F4-BFA5-ABCAC0941C67}" destId="{68E05BB8-BAC0-436C-A3ED-BB6DB6C25998}" srcOrd="0" destOrd="0" presId="urn:microsoft.com/office/officeart/2018/5/layout/IconCircleLabelList"/>
    <dgm:cxn modelId="{82894009-4681-4091-93DE-5777A42F1C64}" srcId="{66F2CAEC-E3D4-4569-B7A8-8475DA759FC7}" destId="{7DE31610-B590-4AE9-A013-A4E2146F82EC}" srcOrd="2" destOrd="0" parTransId="{18653F2F-AEEC-4559-831F-358D7EEDDF4E}" sibTransId="{06E67BAF-4F4A-4DFE-A408-52F7CF6628E1}"/>
    <dgm:cxn modelId="{19094023-32D7-8140-9659-12E0B6AF9826}" type="presOf" srcId="{6ABDEDAE-5849-48B3-8780-0D72EBBABD24}" destId="{D25D7D20-B238-4BAC-A361-78774D9027A5}" srcOrd="0" destOrd="0" presId="urn:microsoft.com/office/officeart/2018/5/layout/IconCircleLabelList"/>
    <dgm:cxn modelId="{3F423E3C-675C-4B6B-9EE0-07CE78EABCD1}" srcId="{66F2CAEC-E3D4-4569-B7A8-8475DA759FC7}" destId="{D7085EDE-AC02-49F4-BFA5-ABCAC0941C67}" srcOrd="1" destOrd="0" parTransId="{21BC343E-2035-4728-BB5F-AA4604B0A153}" sibTransId="{E3B0A719-C6DC-471A-8F79-E137CEF5F6A2}"/>
    <dgm:cxn modelId="{B179C93E-8A71-064D-84CF-7DD1DA27D719}" type="presOf" srcId="{66F2CAEC-E3D4-4569-B7A8-8475DA759FC7}" destId="{A1523119-1FC8-4FFC-A376-22225F0F7DBB}" srcOrd="0" destOrd="0" presId="urn:microsoft.com/office/officeart/2018/5/layout/IconCircleLabelList"/>
    <dgm:cxn modelId="{07BB7A5A-8112-B447-A3AA-4652D661D1F3}" type="presOf" srcId="{7DE31610-B590-4AE9-A013-A4E2146F82EC}" destId="{765CEFBF-97DC-4335-BFD3-1A5D3D47AA5F}" srcOrd="0" destOrd="0" presId="urn:microsoft.com/office/officeart/2018/5/layout/IconCircleLabelList"/>
    <dgm:cxn modelId="{D4801A81-D780-4F7A-B7CF-160B37DBBF6B}" srcId="{66F2CAEC-E3D4-4569-B7A8-8475DA759FC7}" destId="{DDCA96E2-CE0C-497A-B071-24DD886B63CB}" srcOrd="3" destOrd="0" parTransId="{16B6F196-1A2A-4C97-AFE0-5E3669061E4E}" sibTransId="{18D74538-A21F-4FC4-A23E-5ED5858CD9CA}"/>
    <dgm:cxn modelId="{EDBA6AA8-9FCF-8043-917A-CE2B19316AA1}" type="presOf" srcId="{DDCA96E2-CE0C-497A-B071-24DD886B63CB}" destId="{E3542EBE-51EE-4270-9136-411495CDD692}" srcOrd="0" destOrd="0" presId="urn:microsoft.com/office/officeart/2018/5/layout/IconCircleLabelList"/>
    <dgm:cxn modelId="{B05568D3-76E2-4B30-AB01-990E7C1EFD16}" srcId="{66F2CAEC-E3D4-4569-B7A8-8475DA759FC7}" destId="{6ABDEDAE-5849-48B3-8780-0D72EBBABD24}" srcOrd="0" destOrd="0" parTransId="{AF4F1530-C4FC-4078-B970-A8CA4C6C58CC}" sibTransId="{25AB8266-351E-4BBA-9BE8-6A942934FE0E}"/>
    <dgm:cxn modelId="{8879DAB2-11A9-4645-98E4-FECE62B8F19F}" type="presParOf" srcId="{A1523119-1FC8-4FFC-A376-22225F0F7DBB}" destId="{F794F7B3-0959-4EAD-B836-8773F628D925}" srcOrd="0" destOrd="0" presId="urn:microsoft.com/office/officeart/2018/5/layout/IconCircleLabelList"/>
    <dgm:cxn modelId="{A7803B14-DE09-C742-A21F-2BF31057F712}" type="presParOf" srcId="{F794F7B3-0959-4EAD-B836-8773F628D925}" destId="{9F673903-24BC-4A6D-A66A-16A38D6FC892}" srcOrd="0" destOrd="0" presId="urn:microsoft.com/office/officeart/2018/5/layout/IconCircleLabelList"/>
    <dgm:cxn modelId="{92D63DBE-73CC-CD43-A02C-B3CF5742CDBC}" type="presParOf" srcId="{F794F7B3-0959-4EAD-B836-8773F628D925}" destId="{F6365282-4EEE-4BA4-B815-6CE9E58E0C89}" srcOrd="1" destOrd="0" presId="urn:microsoft.com/office/officeart/2018/5/layout/IconCircleLabelList"/>
    <dgm:cxn modelId="{82E2DC7E-E95C-CD4F-ACF8-56A08730D11B}" type="presParOf" srcId="{F794F7B3-0959-4EAD-B836-8773F628D925}" destId="{DB5088C9-00EB-480F-B301-C4F3B38FA719}" srcOrd="2" destOrd="0" presId="urn:microsoft.com/office/officeart/2018/5/layout/IconCircleLabelList"/>
    <dgm:cxn modelId="{D783A71B-403C-BE43-8BA1-EFEBF4FF1823}" type="presParOf" srcId="{F794F7B3-0959-4EAD-B836-8773F628D925}" destId="{D25D7D20-B238-4BAC-A361-78774D9027A5}" srcOrd="3" destOrd="0" presId="urn:microsoft.com/office/officeart/2018/5/layout/IconCircleLabelList"/>
    <dgm:cxn modelId="{89646EEE-EF76-5B47-BCE4-C84386054378}" type="presParOf" srcId="{A1523119-1FC8-4FFC-A376-22225F0F7DBB}" destId="{D43B76E4-F13A-449A-A8FB-2ACE2FC200C4}" srcOrd="1" destOrd="0" presId="urn:microsoft.com/office/officeart/2018/5/layout/IconCircleLabelList"/>
    <dgm:cxn modelId="{EFDC62BA-205C-7D48-85C8-D96C731BC2EA}" type="presParOf" srcId="{A1523119-1FC8-4FFC-A376-22225F0F7DBB}" destId="{8A616E21-B03D-41A8-9858-618C237AC3A5}" srcOrd="2" destOrd="0" presId="urn:microsoft.com/office/officeart/2018/5/layout/IconCircleLabelList"/>
    <dgm:cxn modelId="{3772A14D-704B-574B-BF22-7BE2ADC2A41B}" type="presParOf" srcId="{8A616E21-B03D-41A8-9858-618C237AC3A5}" destId="{9F3C57F9-A90E-4163-BF29-8F30F72CEE7D}" srcOrd="0" destOrd="0" presId="urn:microsoft.com/office/officeart/2018/5/layout/IconCircleLabelList"/>
    <dgm:cxn modelId="{64B4C7D2-2D7B-A645-A22C-7802D76951B0}" type="presParOf" srcId="{8A616E21-B03D-41A8-9858-618C237AC3A5}" destId="{F1690231-20CA-4A78-8FCE-33A486763E82}" srcOrd="1" destOrd="0" presId="urn:microsoft.com/office/officeart/2018/5/layout/IconCircleLabelList"/>
    <dgm:cxn modelId="{966D7718-6072-C74E-BB7B-C8171190A09D}" type="presParOf" srcId="{8A616E21-B03D-41A8-9858-618C237AC3A5}" destId="{FA89AE49-9573-40ED-AA4D-46A2141BC333}" srcOrd="2" destOrd="0" presId="urn:microsoft.com/office/officeart/2018/5/layout/IconCircleLabelList"/>
    <dgm:cxn modelId="{A8A7826F-DDE9-954F-BD02-F90FFFAD0D11}" type="presParOf" srcId="{8A616E21-B03D-41A8-9858-618C237AC3A5}" destId="{68E05BB8-BAC0-436C-A3ED-BB6DB6C25998}" srcOrd="3" destOrd="0" presId="urn:microsoft.com/office/officeart/2018/5/layout/IconCircleLabelList"/>
    <dgm:cxn modelId="{27FB76ED-BE0E-1843-9871-81E778E368AD}" type="presParOf" srcId="{A1523119-1FC8-4FFC-A376-22225F0F7DBB}" destId="{C3115EAD-9D22-427A-B7B3-B41C1CF0ED1E}" srcOrd="3" destOrd="0" presId="urn:microsoft.com/office/officeart/2018/5/layout/IconCircleLabelList"/>
    <dgm:cxn modelId="{E01FE4D8-7687-C644-BD1B-35A07825FAAF}" type="presParOf" srcId="{A1523119-1FC8-4FFC-A376-22225F0F7DBB}" destId="{19974820-818E-4FB9-AE1F-3EAA867D778C}" srcOrd="4" destOrd="0" presId="urn:microsoft.com/office/officeart/2018/5/layout/IconCircleLabelList"/>
    <dgm:cxn modelId="{023447D6-F911-964E-98E8-FF9B78F37406}" type="presParOf" srcId="{19974820-818E-4FB9-AE1F-3EAA867D778C}" destId="{1C36B2F9-8B1D-4A7B-983F-5526B513C5CA}" srcOrd="0" destOrd="0" presId="urn:microsoft.com/office/officeart/2018/5/layout/IconCircleLabelList"/>
    <dgm:cxn modelId="{A2AE63CF-83B1-E04F-8B50-2E36ACB17CA8}" type="presParOf" srcId="{19974820-818E-4FB9-AE1F-3EAA867D778C}" destId="{5D7A747C-ED25-45F3-88AE-68F3A2E48381}" srcOrd="1" destOrd="0" presId="urn:microsoft.com/office/officeart/2018/5/layout/IconCircleLabelList"/>
    <dgm:cxn modelId="{0EF8887A-578F-9649-A63B-7DF5EAB091E6}" type="presParOf" srcId="{19974820-818E-4FB9-AE1F-3EAA867D778C}" destId="{55CD68DD-057E-4792-A821-6FCE4F4C2CA1}" srcOrd="2" destOrd="0" presId="urn:microsoft.com/office/officeart/2018/5/layout/IconCircleLabelList"/>
    <dgm:cxn modelId="{0BFF74EF-0B19-7246-A6A2-69FF7DACB487}" type="presParOf" srcId="{19974820-818E-4FB9-AE1F-3EAA867D778C}" destId="{765CEFBF-97DC-4335-BFD3-1A5D3D47AA5F}" srcOrd="3" destOrd="0" presId="urn:microsoft.com/office/officeart/2018/5/layout/IconCircleLabelList"/>
    <dgm:cxn modelId="{F53B4CFC-6D14-FD41-AAD8-A2925F093DE1}" type="presParOf" srcId="{A1523119-1FC8-4FFC-A376-22225F0F7DBB}" destId="{1F50C428-4F4B-4B12-9EF5-C4B3153A47BE}" srcOrd="5" destOrd="0" presId="urn:microsoft.com/office/officeart/2018/5/layout/IconCircleLabelList"/>
    <dgm:cxn modelId="{762547B1-6618-2645-8728-949DC5AEC836}" type="presParOf" srcId="{A1523119-1FC8-4FFC-A376-22225F0F7DBB}" destId="{3BC2A977-AA49-4C74-B656-E1855D472AAD}" srcOrd="6" destOrd="0" presId="urn:microsoft.com/office/officeart/2018/5/layout/IconCircleLabelList"/>
    <dgm:cxn modelId="{C65D5B51-A465-5144-8C97-EAA7E679D5CE}" type="presParOf" srcId="{3BC2A977-AA49-4C74-B656-E1855D472AAD}" destId="{335E4695-802F-403A-831D-D037A8402EB5}" srcOrd="0" destOrd="0" presId="urn:microsoft.com/office/officeart/2018/5/layout/IconCircleLabelList"/>
    <dgm:cxn modelId="{A77F5E2A-27CE-CF40-A649-4AC5E90F181F}" type="presParOf" srcId="{3BC2A977-AA49-4C74-B656-E1855D472AAD}" destId="{6F1D42D5-C355-40D0-B779-926C5B34489B}" srcOrd="1" destOrd="0" presId="urn:microsoft.com/office/officeart/2018/5/layout/IconCircleLabelList"/>
    <dgm:cxn modelId="{7930E76F-6D1C-FC4C-B125-0B812C12BB6F}" type="presParOf" srcId="{3BC2A977-AA49-4C74-B656-E1855D472AAD}" destId="{D55D3D74-9FE6-48DD-9E85-E847DBF19786}" srcOrd="2" destOrd="0" presId="urn:microsoft.com/office/officeart/2018/5/layout/IconCircleLabelList"/>
    <dgm:cxn modelId="{C9D041C2-EBE9-AF44-83AA-82F70814DDF2}" type="presParOf" srcId="{3BC2A977-AA49-4C74-B656-E1855D472AAD}" destId="{E3542EBE-51EE-4270-9136-411495CDD69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77B81C-1F3B-4F2B-8BC2-C6AB1A28060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0496592-F561-4BF9-8010-882D2D7CFD48}">
      <dgm:prSet/>
      <dgm:spPr/>
      <dgm:t>
        <a:bodyPr/>
        <a:lstStyle/>
        <a:p>
          <a:pPr>
            <a:defRPr cap="all"/>
          </a:pPr>
          <a:r>
            <a:rPr lang="en-US" dirty="0"/>
            <a:t>Download data</a:t>
          </a:r>
        </a:p>
      </dgm:t>
    </dgm:pt>
    <dgm:pt modelId="{445EC3B4-B150-442B-8A0F-3DE22683287D}" type="parTrans" cxnId="{382377D8-A0C1-4BFE-A86B-C80C97093CDE}">
      <dgm:prSet/>
      <dgm:spPr/>
      <dgm:t>
        <a:bodyPr/>
        <a:lstStyle/>
        <a:p>
          <a:endParaRPr lang="en-US"/>
        </a:p>
      </dgm:t>
    </dgm:pt>
    <dgm:pt modelId="{D4AFB097-32C8-4D6A-89BA-D73304FA1CF6}" type="sibTrans" cxnId="{382377D8-A0C1-4BFE-A86B-C80C97093CDE}">
      <dgm:prSet/>
      <dgm:spPr/>
      <dgm:t>
        <a:bodyPr/>
        <a:lstStyle/>
        <a:p>
          <a:endParaRPr lang="en-US"/>
        </a:p>
      </dgm:t>
    </dgm:pt>
    <dgm:pt modelId="{91FD7856-F029-439D-A91F-DECBC01DC794}">
      <dgm:prSet/>
      <dgm:spPr/>
      <dgm:t>
        <a:bodyPr/>
        <a:lstStyle/>
        <a:p>
          <a:pPr>
            <a:defRPr cap="all"/>
          </a:pPr>
          <a:r>
            <a:rPr lang="en-US" dirty="0"/>
            <a:t>Split data</a:t>
          </a:r>
        </a:p>
      </dgm:t>
    </dgm:pt>
    <dgm:pt modelId="{489AFEAC-E0BA-4E8C-9B27-418C47E51FC5}" type="parTrans" cxnId="{52DEF818-E27C-4A9E-A05F-EF64E958F8CB}">
      <dgm:prSet/>
      <dgm:spPr/>
      <dgm:t>
        <a:bodyPr/>
        <a:lstStyle/>
        <a:p>
          <a:endParaRPr lang="en-US"/>
        </a:p>
      </dgm:t>
    </dgm:pt>
    <dgm:pt modelId="{8D090385-9216-4782-900B-C6B64061A5DA}" type="sibTrans" cxnId="{52DEF818-E27C-4A9E-A05F-EF64E958F8CB}">
      <dgm:prSet/>
      <dgm:spPr/>
      <dgm:t>
        <a:bodyPr/>
        <a:lstStyle/>
        <a:p>
          <a:endParaRPr lang="en-US"/>
        </a:p>
      </dgm:t>
    </dgm:pt>
    <dgm:pt modelId="{1ACD15D1-8F38-40AD-9926-7F55960D025A}">
      <dgm:prSet/>
      <dgm:spPr/>
      <dgm:t>
        <a:bodyPr/>
        <a:lstStyle/>
        <a:p>
          <a:pPr>
            <a:defRPr cap="all"/>
          </a:pPr>
          <a:r>
            <a:rPr lang="en-US"/>
            <a:t>Resize images to same size</a:t>
          </a:r>
        </a:p>
      </dgm:t>
    </dgm:pt>
    <dgm:pt modelId="{C2711D41-0C5E-4021-BFD1-46E6424B3136}" type="parTrans" cxnId="{1734EBA2-2BB5-4F7D-84AC-C0EB51DE48C8}">
      <dgm:prSet/>
      <dgm:spPr/>
      <dgm:t>
        <a:bodyPr/>
        <a:lstStyle/>
        <a:p>
          <a:endParaRPr lang="en-US"/>
        </a:p>
      </dgm:t>
    </dgm:pt>
    <dgm:pt modelId="{F3C39F84-8547-4CCC-885F-C75E5EF5D801}" type="sibTrans" cxnId="{1734EBA2-2BB5-4F7D-84AC-C0EB51DE48C8}">
      <dgm:prSet/>
      <dgm:spPr/>
      <dgm:t>
        <a:bodyPr/>
        <a:lstStyle/>
        <a:p>
          <a:endParaRPr lang="en-US"/>
        </a:p>
      </dgm:t>
    </dgm:pt>
    <dgm:pt modelId="{0B8DE3D6-A821-4D05-A296-E4BE3532B031}">
      <dgm:prSet/>
      <dgm:spPr/>
      <dgm:t>
        <a:bodyPr/>
        <a:lstStyle/>
        <a:p>
          <a:pPr>
            <a:defRPr cap="all"/>
          </a:pPr>
          <a:r>
            <a:rPr lang="en-US"/>
            <a:t>Create dataloaders</a:t>
          </a:r>
        </a:p>
      </dgm:t>
    </dgm:pt>
    <dgm:pt modelId="{3FB6FAEE-C881-4A38-A373-0D7D5FCAED2F}" type="parTrans" cxnId="{E914F1A7-E2C6-45BC-8B52-E3B3D8B7810D}">
      <dgm:prSet/>
      <dgm:spPr/>
      <dgm:t>
        <a:bodyPr/>
        <a:lstStyle/>
        <a:p>
          <a:endParaRPr lang="en-US"/>
        </a:p>
      </dgm:t>
    </dgm:pt>
    <dgm:pt modelId="{936D492A-39E9-43B4-822F-A8AF93A8E29A}" type="sibTrans" cxnId="{E914F1A7-E2C6-45BC-8B52-E3B3D8B7810D}">
      <dgm:prSet/>
      <dgm:spPr/>
      <dgm:t>
        <a:bodyPr/>
        <a:lstStyle/>
        <a:p>
          <a:endParaRPr lang="en-US"/>
        </a:p>
      </dgm:t>
    </dgm:pt>
    <dgm:pt modelId="{052AA51E-6793-4895-A9D4-B4B274D502EE}" type="pres">
      <dgm:prSet presAssocID="{8A77B81C-1F3B-4F2B-8BC2-C6AB1A280601}" presName="root" presStyleCnt="0">
        <dgm:presLayoutVars>
          <dgm:dir/>
          <dgm:resizeHandles val="exact"/>
        </dgm:presLayoutVars>
      </dgm:prSet>
      <dgm:spPr/>
    </dgm:pt>
    <dgm:pt modelId="{EA8D2004-5F05-4C03-B30E-71B3E0BC7D5B}" type="pres">
      <dgm:prSet presAssocID="{F0496592-F561-4BF9-8010-882D2D7CFD48}" presName="compNode" presStyleCnt="0"/>
      <dgm:spPr/>
    </dgm:pt>
    <dgm:pt modelId="{68AB8F19-8CE1-4B70-90B8-40FBA8604382}" type="pres">
      <dgm:prSet presAssocID="{F0496592-F561-4BF9-8010-882D2D7CFD48}" presName="iconBgRect" presStyleLbl="bgShp" presStyleIdx="0" presStyleCnt="4"/>
      <dgm:spPr/>
    </dgm:pt>
    <dgm:pt modelId="{5CB82BC6-0462-4661-9FCE-DB749BC1C060}" type="pres">
      <dgm:prSet presAssocID="{F0496592-F561-4BF9-8010-882D2D7CFD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da ned"/>
        </a:ext>
      </dgm:extLst>
    </dgm:pt>
    <dgm:pt modelId="{629D2FA7-4937-4558-B5F7-7E4B7C979B81}" type="pres">
      <dgm:prSet presAssocID="{F0496592-F561-4BF9-8010-882D2D7CFD48}" presName="spaceRect" presStyleCnt="0"/>
      <dgm:spPr/>
    </dgm:pt>
    <dgm:pt modelId="{3D2AB403-163C-48C2-8BFC-841F80F3EE7D}" type="pres">
      <dgm:prSet presAssocID="{F0496592-F561-4BF9-8010-882D2D7CFD48}" presName="textRect" presStyleLbl="revTx" presStyleIdx="0" presStyleCnt="4">
        <dgm:presLayoutVars>
          <dgm:chMax val="1"/>
          <dgm:chPref val="1"/>
        </dgm:presLayoutVars>
      </dgm:prSet>
      <dgm:spPr/>
    </dgm:pt>
    <dgm:pt modelId="{E15C0DCF-AE59-4E46-A2DD-685D3D007A71}" type="pres">
      <dgm:prSet presAssocID="{D4AFB097-32C8-4D6A-89BA-D73304FA1CF6}" presName="sibTrans" presStyleCnt="0"/>
      <dgm:spPr/>
    </dgm:pt>
    <dgm:pt modelId="{026C7923-FD8A-4FD3-836D-02F9E34EC3BD}" type="pres">
      <dgm:prSet presAssocID="{91FD7856-F029-439D-A91F-DECBC01DC794}" presName="compNode" presStyleCnt="0"/>
      <dgm:spPr/>
    </dgm:pt>
    <dgm:pt modelId="{EBFF024A-84E4-4E16-84F5-B0470D45D6DC}" type="pres">
      <dgm:prSet presAssocID="{91FD7856-F029-439D-A91F-DECBC01DC794}" presName="iconBgRect" presStyleLbl="bgShp" presStyleIdx="1" presStyleCnt="4"/>
      <dgm:spPr/>
    </dgm:pt>
    <dgm:pt modelId="{A8908EF1-A7BC-4372-A929-50A699854A69}" type="pres">
      <dgm:prSet presAssocID="{91FD7856-F029-439D-A91F-DECBC01DC7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A68FC64-BCDC-4FE1-83CB-6017547CE4B1}" type="pres">
      <dgm:prSet presAssocID="{91FD7856-F029-439D-A91F-DECBC01DC794}" presName="spaceRect" presStyleCnt="0"/>
      <dgm:spPr/>
    </dgm:pt>
    <dgm:pt modelId="{F4C192DF-9516-4A9B-B38A-015F64054191}" type="pres">
      <dgm:prSet presAssocID="{91FD7856-F029-439D-A91F-DECBC01DC794}" presName="textRect" presStyleLbl="revTx" presStyleIdx="1" presStyleCnt="4">
        <dgm:presLayoutVars>
          <dgm:chMax val="1"/>
          <dgm:chPref val="1"/>
        </dgm:presLayoutVars>
      </dgm:prSet>
      <dgm:spPr/>
    </dgm:pt>
    <dgm:pt modelId="{C8AE1195-1812-4AD3-AFAC-38FAEE40702C}" type="pres">
      <dgm:prSet presAssocID="{8D090385-9216-4782-900B-C6B64061A5DA}" presName="sibTrans" presStyleCnt="0"/>
      <dgm:spPr/>
    </dgm:pt>
    <dgm:pt modelId="{83CFEFB0-26DB-4B29-8ACF-964C3E78BDC0}" type="pres">
      <dgm:prSet presAssocID="{1ACD15D1-8F38-40AD-9926-7F55960D025A}" presName="compNode" presStyleCnt="0"/>
      <dgm:spPr/>
    </dgm:pt>
    <dgm:pt modelId="{E96A9A34-677F-4033-97E9-10271D678CBB}" type="pres">
      <dgm:prSet presAssocID="{1ACD15D1-8F38-40AD-9926-7F55960D025A}" presName="iconBgRect" presStyleLbl="bgShp" presStyleIdx="2" presStyleCnt="4"/>
      <dgm:spPr/>
    </dgm:pt>
    <dgm:pt modelId="{AD02D87B-33FD-403C-B71C-3B456CFB8ED4}" type="pres">
      <dgm:prSet presAssocID="{1ACD15D1-8F38-40AD-9926-7F55960D02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mera"/>
        </a:ext>
      </dgm:extLst>
    </dgm:pt>
    <dgm:pt modelId="{C246C647-279A-46B5-8734-E9E0128F32A6}" type="pres">
      <dgm:prSet presAssocID="{1ACD15D1-8F38-40AD-9926-7F55960D025A}" presName="spaceRect" presStyleCnt="0"/>
      <dgm:spPr/>
    </dgm:pt>
    <dgm:pt modelId="{E12E46E7-0158-4B87-BA93-B51CCFEF9B9F}" type="pres">
      <dgm:prSet presAssocID="{1ACD15D1-8F38-40AD-9926-7F55960D025A}" presName="textRect" presStyleLbl="revTx" presStyleIdx="2" presStyleCnt="4">
        <dgm:presLayoutVars>
          <dgm:chMax val="1"/>
          <dgm:chPref val="1"/>
        </dgm:presLayoutVars>
      </dgm:prSet>
      <dgm:spPr/>
    </dgm:pt>
    <dgm:pt modelId="{9D774E9C-1AF2-40E7-9F88-5310CE2F4AE2}" type="pres">
      <dgm:prSet presAssocID="{F3C39F84-8547-4CCC-885F-C75E5EF5D801}" presName="sibTrans" presStyleCnt="0"/>
      <dgm:spPr/>
    </dgm:pt>
    <dgm:pt modelId="{AFC08242-2CDA-4A1E-B63C-155CC0D61EFE}" type="pres">
      <dgm:prSet presAssocID="{0B8DE3D6-A821-4D05-A296-E4BE3532B031}" presName="compNode" presStyleCnt="0"/>
      <dgm:spPr/>
    </dgm:pt>
    <dgm:pt modelId="{AE56CC8C-2EA9-4487-8ACD-D636ECC91151}" type="pres">
      <dgm:prSet presAssocID="{0B8DE3D6-A821-4D05-A296-E4BE3532B031}" presName="iconBgRect" presStyleLbl="bgShp" presStyleIdx="3" presStyleCnt="4"/>
      <dgm:spPr/>
    </dgm:pt>
    <dgm:pt modelId="{674E8564-64B6-466F-8578-2A31F6CAE8C2}" type="pres">
      <dgm:prSet presAssocID="{0B8DE3D6-A821-4D05-A296-E4BE3532B0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yertspenna"/>
        </a:ext>
      </dgm:extLst>
    </dgm:pt>
    <dgm:pt modelId="{35552F9B-BB79-45CC-B21F-5E16B96C024F}" type="pres">
      <dgm:prSet presAssocID="{0B8DE3D6-A821-4D05-A296-E4BE3532B031}" presName="spaceRect" presStyleCnt="0"/>
      <dgm:spPr/>
    </dgm:pt>
    <dgm:pt modelId="{91B3E5ED-00E5-436C-A80B-5461073A7429}" type="pres">
      <dgm:prSet presAssocID="{0B8DE3D6-A821-4D05-A296-E4BE3532B0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6CDB70B-C2B3-449D-A445-4DC94AA75342}" type="presOf" srcId="{1ACD15D1-8F38-40AD-9926-7F55960D025A}" destId="{E12E46E7-0158-4B87-BA93-B51CCFEF9B9F}" srcOrd="0" destOrd="0" presId="urn:microsoft.com/office/officeart/2018/5/layout/IconCircleLabelList"/>
    <dgm:cxn modelId="{52DEF818-E27C-4A9E-A05F-EF64E958F8CB}" srcId="{8A77B81C-1F3B-4F2B-8BC2-C6AB1A280601}" destId="{91FD7856-F029-439D-A91F-DECBC01DC794}" srcOrd="1" destOrd="0" parTransId="{489AFEAC-E0BA-4E8C-9B27-418C47E51FC5}" sibTransId="{8D090385-9216-4782-900B-C6B64061A5DA}"/>
    <dgm:cxn modelId="{83184039-ED7F-46FA-AA94-14F3B398E32B}" type="presOf" srcId="{0B8DE3D6-A821-4D05-A296-E4BE3532B031}" destId="{91B3E5ED-00E5-436C-A80B-5461073A7429}" srcOrd="0" destOrd="0" presId="urn:microsoft.com/office/officeart/2018/5/layout/IconCircleLabelList"/>
    <dgm:cxn modelId="{CC8BE585-B4B9-441D-8099-85627CAF4F27}" type="presOf" srcId="{8A77B81C-1F3B-4F2B-8BC2-C6AB1A280601}" destId="{052AA51E-6793-4895-A9D4-B4B274D502EE}" srcOrd="0" destOrd="0" presId="urn:microsoft.com/office/officeart/2018/5/layout/IconCircleLabelList"/>
    <dgm:cxn modelId="{1734EBA2-2BB5-4F7D-84AC-C0EB51DE48C8}" srcId="{8A77B81C-1F3B-4F2B-8BC2-C6AB1A280601}" destId="{1ACD15D1-8F38-40AD-9926-7F55960D025A}" srcOrd="2" destOrd="0" parTransId="{C2711D41-0C5E-4021-BFD1-46E6424B3136}" sibTransId="{F3C39F84-8547-4CCC-885F-C75E5EF5D801}"/>
    <dgm:cxn modelId="{E914F1A7-E2C6-45BC-8B52-E3B3D8B7810D}" srcId="{8A77B81C-1F3B-4F2B-8BC2-C6AB1A280601}" destId="{0B8DE3D6-A821-4D05-A296-E4BE3532B031}" srcOrd="3" destOrd="0" parTransId="{3FB6FAEE-C881-4A38-A373-0D7D5FCAED2F}" sibTransId="{936D492A-39E9-43B4-822F-A8AF93A8E29A}"/>
    <dgm:cxn modelId="{C70820D1-2423-422B-9914-445E849AC6D9}" type="presOf" srcId="{F0496592-F561-4BF9-8010-882D2D7CFD48}" destId="{3D2AB403-163C-48C2-8BFC-841F80F3EE7D}" srcOrd="0" destOrd="0" presId="urn:microsoft.com/office/officeart/2018/5/layout/IconCircleLabelList"/>
    <dgm:cxn modelId="{382377D8-A0C1-4BFE-A86B-C80C97093CDE}" srcId="{8A77B81C-1F3B-4F2B-8BC2-C6AB1A280601}" destId="{F0496592-F561-4BF9-8010-882D2D7CFD48}" srcOrd="0" destOrd="0" parTransId="{445EC3B4-B150-442B-8A0F-3DE22683287D}" sibTransId="{D4AFB097-32C8-4D6A-89BA-D73304FA1CF6}"/>
    <dgm:cxn modelId="{B712F8FB-01AF-4C38-BB97-353FD5D0CD3C}" type="presOf" srcId="{91FD7856-F029-439D-A91F-DECBC01DC794}" destId="{F4C192DF-9516-4A9B-B38A-015F64054191}" srcOrd="0" destOrd="0" presId="urn:microsoft.com/office/officeart/2018/5/layout/IconCircleLabelList"/>
    <dgm:cxn modelId="{9EEFF998-F459-4C6B-A325-DE7420A996FF}" type="presParOf" srcId="{052AA51E-6793-4895-A9D4-B4B274D502EE}" destId="{EA8D2004-5F05-4C03-B30E-71B3E0BC7D5B}" srcOrd="0" destOrd="0" presId="urn:microsoft.com/office/officeart/2018/5/layout/IconCircleLabelList"/>
    <dgm:cxn modelId="{4D23D256-47DE-4C7E-810A-593F97CD455E}" type="presParOf" srcId="{EA8D2004-5F05-4C03-B30E-71B3E0BC7D5B}" destId="{68AB8F19-8CE1-4B70-90B8-40FBA8604382}" srcOrd="0" destOrd="0" presId="urn:microsoft.com/office/officeart/2018/5/layout/IconCircleLabelList"/>
    <dgm:cxn modelId="{4D637EA3-835D-49B2-BB12-B5AD588BC222}" type="presParOf" srcId="{EA8D2004-5F05-4C03-B30E-71B3E0BC7D5B}" destId="{5CB82BC6-0462-4661-9FCE-DB749BC1C060}" srcOrd="1" destOrd="0" presId="urn:microsoft.com/office/officeart/2018/5/layout/IconCircleLabelList"/>
    <dgm:cxn modelId="{9A0F77D2-DE99-4165-B02D-F7601338E11E}" type="presParOf" srcId="{EA8D2004-5F05-4C03-B30E-71B3E0BC7D5B}" destId="{629D2FA7-4937-4558-B5F7-7E4B7C979B81}" srcOrd="2" destOrd="0" presId="urn:microsoft.com/office/officeart/2018/5/layout/IconCircleLabelList"/>
    <dgm:cxn modelId="{2AFCF0C5-317C-4A16-ADE6-8D1AC45E2A85}" type="presParOf" srcId="{EA8D2004-5F05-4C03-B30E-71B3E0BC7D5B}" destId="{3D2AB403-163C-48C2-8BFC-841F80F3EE7D}" srcOrd="3" destOrd="0" presId="urn:microsoft.com/office/officeart/2018/5/layout/IconCircleLabelList"/>
    <dgm:cxn modelId="{5833053F-A1E9-4A24-B49A-07077BD98326}" type="presParOf" srcId="{052AA51E-6793-4895-A9D4-B4B274D502EE}" destId="{E15C0DCF-AE59-4E46-A2DD-685D3D007A71}" srcOrd="1" destOrd="0" presId="urn:microsoft.com/office/officeart/2018/5/layout/IconCircleLabelList"/>
    <dgm:cxn modelId="{2DF99D05-BF95-45AB-8724-1314BF7B856B}" type="presParOf" srcId="{052AA51E-6793-4895-A9D4-B4B274D502EE}" destId="{026C7923-FD8A-4FD3-836D-02F9E34EC3BD}" srcOrd="2" destOrd="0" presId="urn:microsoft.com/office/officeart/2018/5/layout/IconCircleLabelList"/>
    <dgm:cxn modelId="{73947347-1731-4DA7-8B76-1758A7FF8F3E}" type="presParOf" srcId="{026C7923-FD8A-4FD3-836D-02F9E34EC3BD}" destId="{EBFF024A-84E4-4E16-84F5-B0470D45D6DC}" srcOrd="0" destOrd="0" presId="urn:microsoft.com/office/officeart/2018/5/layout/IconCircleLabelList"/>
    <dgm:cxn modelId="{C53AE04F-141F-4FE8-A7B2-4469B5E34759}" type="presParOf" srcId="{026C7923-FD8A-4FD3-836D-02F9E34EC3BD}" destId="{A8908EF1-A7BC-4372-A929-50A699854A69}" srcOrd="1" destOrd="0" presId="urn:microsoft.com/office/officeart/2018/5/layout/IconCircleLabelList"/>
    <dgm:cxn modelId="{1460A196-A9F0-4F04-86C6-E16165AABF6E}" type="presParOf" srcId="{026C7923-FD8A-4FD3-836D-02F9E34EC3BD}" destId="{BA68FC64-BCDC-4FE1-83CB-6017547CE4B1}" srcOrd="2" destOrd="0" presId="urn:microsoft.com/office/officeart/2018/5/layout/IconCircleLabelList"/>
    <dgm:cxn modelId="{F0D74155-6197-49F8-BD4D-FCAD72198591}" type="presParOf" srcId="{026C7923-FD8A-4FD3-836D-02F9E34EC3BD}" destId="{F4C192DF-9516-4A9B-B38A-015F64054191}" srcOrd="3" destOrd="0" presId="urn:microsoft.com/office/officeart/2018/5/layout/IconCircleLabelList"/>
    <dgm:cxn modelId="{AA8C925E-F6B6-4E47-BFFF-DFF1D44BA4EE}" type="presParOf" srcId="{052AA51E-6793-4895-A9D4-B4B274D502EE}" destId="{C8AE1195-1812-4AD3-AFAC-38FAEE40702C}" srcOrd="3" destOrd="0" presId="urn:microsoft.com/office/officeart/2018/5/layout/IconCircleLabelList"/>
    <dgm:cxn modelId="{76806A4B-DA9B-467B-8B59-515A5A016BE5}" type="presParOf" srcId="{052AA51E-6793-4895-A9D4-B4B274D502EE}" destId="{83CFEFB0-26DB-4B29-8ACF-964C3E78BDC0}" srcOrd="4" destOrd="0" presId="urn:microsoft.com/office/officeart/2018/5/layout/IconCircleLabelList"/>
    <dgm:cxn modelId="{73C64BEB-DAA6-47A0-974E-4E2434CEC2CD}" type="presParOf" srcId="{83CFEFB0-26DB-4B29-8ACF-964C3E78BDC0}" destId="{E96A9A34-677F-4033-97E9-10271D678CBB}" srcOrd="0" destOrd="0" presId="urn:microsoft.com/office/officeart/2018/5/layout/IconCircleLabelList"/>
    <dgm:cxn modelId="{6592D825-C9CE-4315-9327-000D05A16D74}" type="presParOf" srcId="{83CFEFB0-26DB-4B29-8ACF-964C3E78BDC0}" destId="{AD02D87B-33FD-403C-B71C-3B456CFB8ED4}" srcOrd="1" destOrd="0" presId="urn:microsoft.com/office/officeart/2018/5/layout/IconCircleLabelList"/>
    <dgm:cxn modelId="{DA13A568-16B0-4D88-B8F8-8CE84940DDF9}" type="presParOf" srcId="{83CFEFB0-26DB-4B29-8ACF-964C3E78BDC0}" destId="{C246C647-279A-46B5-8734-E9E0128F32A6}" srcOrd="2" destOrd="0" presId="urn:microsoft.com/office/officeart/2018/5/layout/IconCircleLabelList"/>
    <dgm:cxn modelId="{843B9F09-870F-498A-831D-446AA3552214}" type="presParOf" srcId="{83CFEFB0-26DB-4B29-8ACF-964C3E78BDC0}" destId="{E12E46E7-0158-4B87-BA93-B51CCFEF9B9F}" srcOrd="3" destOrd="0" presId="urn:microsoft.com/office/officeart/2018/5/layout/IconCircleLabelList"/>
    <dgm:cxn modelId="{985B400D-8427-4B36-B637-0143CE622135}" type="presParOf" srcId="{052AA51E-6793-4895-A9D4-B4B274D502EE}" destId="{9D774E9C-1AF2-40E7-9F88-5310CE2F4AE2}" srcOrd="5" destOrd="0" presId="urn:microsoft.com/office/officeart/2018/5/layout/IconCircleLabelList"/>
    <dgm:cxn modelId="{5017EE90-F595-4247-AD7C-E96581F7D930}" type="presParOf" srcId="{052AA51E-6793-4895-A9D4-B4B274D502EE}" destId="{AFC08242-2CDA-4A1E-B63C-155CC0D61EFE}" srcOrd="6" destOrd="0" presId="urn:microsoft.com/office/officeart/2018/5/layout/IconCircleLabelList"/>
    <dgm:cxn modelId="{5F826C47-0C8F-41B4-B1A4-AD26CB59D889}" type="presParOf" srcId="{AFC08242-2CDA-4A1E-B63C-155CC0D61EFE}" destId="{AE56CC8C-2EA9-4487-8ACD-D636ECC91151}" srcOrd="0" destOrd="0" presId="urn:microsoft.com/office/officeart/2018/5/layout/IconCircleLabelList"/>
    <dgm:cxn modelId="{272C7AD2-6979-4AA8-B54B-E99DA321D22A}" type="presParOf" srcId="{AFC08242-2CDA-4A1E-B63C-155CC0D61EFE}" destId="{674E8564-64B6-466F-8578-2A31F6CAE8C2}" srcOrd="1" destOrd="0" presId="urn:microsoft.com/office/officeart/2018/5/layout/IconCircleLabelList"/>
    <dgm:cxn modelId="{395104FB-C4EB-4466-8843-B35AE5494841}" type="presParOf" srcId="{AFC08242-2CDA-4A1E-B63C-155CC0D61EFE}" destId="{35552F9B-BB79-45CC-B21F-5E16B96C024F}" srcOrd="2" destOrd="0" presId="urn:microsoft.com/office/officeart/2018/5/layout/IconCircleLabelList"/>
    <dgm:cxn modelId="{D565A885-2E9F-4AB3-A38D-2EF277B4DDC6}" type="presParOf" srcId="{AFC08242-2CDA-4A1E-B63C-155CC0D61EFE}" destId="{91B3E5ED-00E5-436C-A80B-5461073A74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C0BC14-0F4B-4A26-8783-438F2F9ED4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3153DB-F171-4642-9EC9-4EF89F7B8B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number of classes</a:t>
          </a:r>
        </a:p>
      </dgm:t>
    </dgm:pt>
    <dgm:pt modelId="{9C1DF2F1-25AB-49E6-ACF0-A80DBE016548}" type="parTrans" cxnId="{DEA63EFA-E470-4E3F-9CF4-49C56665D5F4}">
      <dgm:prSet/>
      <dgm:spPr/>
      <dgm:t>
        <a:bodyPr/>
        <a:lstStyle/>
        <a:p>
          <a:endParaRPr lang="en-US"/>
        </a:p>
      </dgm:t>
    </dgm:pt>
    <dgm:pt modelId="{5D7040F4-91C1-4D8E-A74F-87BF9FADA70C}" type="sibTrans" cxnId="{DEA63EFA-E470-4E3F-9CF4-49C56665D5F4}">
      <dgm:prSet/>
      <dgm:spPr/>
      <dgm:t>
        <a:bodyPr/>
        <a:lstStyle/>
        <a:p>
          <a:endParaRPr lang="en-US"/>
        </a:p>
      </dgm:t>
    </dgm:pt>
    <dgm:pt modelId="{D6C561D6-ADA2-4A0C-943B-9523FC25AC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input layers</a:t>
          </a:r>
        </a:p>
      </dgm:t>
    </dgm:pt>
    <dgm:pt modelId="{D6AECD18-EB9B-40E2-BC4A-6DF7BEBD22FC}" type="parTrans" cxnId="{959A3D73-DFF2-49F2-A3AD-7D020FD28A99}">
      <dgm:prSet/>
      <dgm:spPr/>
      <dgm:t>
        <a:bodyPr/>
        <a:lstStyle/>
        <a:p>
          <a:endParaRPr lang="en-US"/>
        </a:p>
      </dgm:t>
    </dgm:pt>
    <dgm:pt modelId="{E60DCA5D-26D9-49F6-975E-456EA9DFDCBF}" type="sibTrans" cxnId="{959A3D73-DFF2-49F2-A3AD-7D020FD28A99}">
      <dgm:prSet/>
      <dgm:spPr/>
      <dgm:t>
        <a:bodyPr/>
        <a:lstStyle/>
        <a:p>
          <a:endParaRPr lang="en-US"/>
        </a:p>
      </dgm:t>
    </dgm:pt>
    <dgm:pt modelId="{5DB22CC0-765E-4199-93A6-A70589A761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output layer</a:t>
          </a:r>
        </a:p>
      </dgm:t>
    </dgm:pt>
    <dgm:pt modelId="{9B2A6F3D-B5F2-4977-812B-715A7A1F80FF}" type="parTrans" cxnId="{57DB5DEE-1454-41A6-ABA7-E4D6DCC1E075}">
      <dgm:prSet/>
      <dgm:spPr/>
      <dgm:t>
        <a:bodyPr/>
        <a:lstStyle/>
        <a:p>
          <a:endParaRPr lang="en-US"/>
        </a:p>
      </dgm:t>
    </dgm:pt>
    <dgm:pt modelId="{E711B687-905E-4A9F-B1EA-D9B151819CA9}" type="sibTrans" cxnId="{57DB5DEE-1454-41A6-ABA7-E4D6DCC1E075}">
      <dgm:prSet/>
      <dgm:spPr/>
      <dgm:t>
        <a:bodyPr/>
        <a:lstStyle/>
        <a:p>
          <a:endParaRPr lang="en-US"/>
        </a:p>
      </dgm:t>
    </dgm:pt>
    <dgm:pt modelId="{5DBAB556-C15E-4A04-AEA0-80AC65A8E4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forward pass</a:t>
          </a:r>
        </a:p>
      </dgm:t>
    </dgm:pt>
    <dgm:pt modelId="{F019198E-1A27-4084-A182-20BB8178E579}" type="parTrans" cxnId="{4C6A85D2-51AF-46E6-9854-8C5C88E28D9B}">
      <dgm:prSet/>
      <dgm:spPr/>
      <dgm:t>
        <a:bodyPr/>
        <a:lstStyle/>
        <a:p>
          <a:endParaRPr lang="en-US"/>
        </a:p>
      </dgm:t>
    </dgm:pt>
    <dgm:pt modelId="{858E6C74-6C2F-4D09-A291-3B651570F9C8}" type="sibTrans" cxnId="{4C6A85D2-51AF-46E6-9854-8C5C88E28D9B}">
      <dgm:prSet/>
      <dgm:spPr/>
      <dgm:t>
        <a:bodyPr/>
        <a:lstStyle/>
        <a:p>
          <a:endParaRPr lang="en-US"/>
        </a:p>
      </dgm:t>
    </dgm:pt>
    <dgm:pt modelId="{41D74510-7DD5-430F-B897-C38C54F1CD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loss function</a:t>
          </a:r>
        </a:p>
      </dgm:t>
    </dgm:pt>
    <dgm:pt modelId="{4D1D4577-3639-47C1-9026-1B15410C93C3}" type="parTrans" cxnId="{40320876-CD62-4299-BA69-9D21AA6A8C5C}">
      <dgm:prSet/>
      <dgm:spPr/>
      <dgm:t>
        <a:bodyPr/>
        <a:lstStyle/>
        <a:p>
          <a:endParaRPr lang="en-US"/>
        </a:p>
      </dgm:t>
    </dgm:pt>
    <dgm:pt modelId="{D5AB64C8-90E9-4493-8C96-5C5398F55206}" type="sibTrans" cxnId="{40320876-CD62-4299-BA69-9D21AA6A8C5C}">
      <dgm:prSet/>
      <dgm:spPr/>
      <dgm:t>
        <a:bodyPr/>
        <a:lstStyle/>
        <a:p>
          <a:endParaRPr lang="en-US"/>
        </a:p>
      </dgm:t>
    </dgm:pt>
    <dgm:pt modelId="{0F83FE46-D8BB-4364-A32A-19A7D99F97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learning rate</a:t>
          </a:r>
        </a:p>
      </dgm:t>
    </dgm:pt>
    <dgm:pt modelId="{AC0EB6B1-D570-435C-8983-7F77BEBF2207}" type="parTrans" cxnId="{0B3F1DC3-5CB9-4DFA-B60D-FB8CBED4C347}">
      <dgm:prSet/>
      <dgm:spPr/>
      <dgm:t>
        <a:bodyPr/>
        <a:lstStyle/>
        <a:p>
          <a:endParaRPr lang="en-US"/>
        </a:p>
      </dgm:t>
    </dgm:pt>
    <dgm:pt modelId="{B8B7568F-290D-4A39-BCBC-0B05C57CCC9E}" type="sibTrans" cxnId="{0B3F1DC3-5CB9-4DFA-B60D-FB8CBED4C347}">
      <dgm:prSet/>
      <dgm:spPr/>
      <dgm:t>
        <a:bodyPr/>
        <a:lstStyle/>
        <a:p>
          <a:endParaRPr lang="en-US"/>
        </a:p>
      </dgm:t>
    </dgm:pt>
    <dgm:pt modelId="{5FA5ECD6-335F-4CAC-B6F4-6B090052B307}" type="pres">
      <dgm:prSet presAssocID="{0CC0BC14-0F4B-4A26-8783-438F2F9ED4D6}" presName="root" presStyleCnt="0">
        <dgm:presLayoutVars>
          <dgm:dir/>
          <dgm:resizeHandles val="exact"/>
        </dgm:presLayoutVars>
      </dgm:prSet>
      <dgm:spPr/>
    </dgm:pt>
    <dgm:pt modelId="{D93955E5-C234-43C1-BC5F-4D7A3EE3B736}" type="pres">
      <dgm:prSet presAssocID="{913153DB-F171-4642-9EC9-4EF89F7B8B7C}" presName="compNode" presStyleCnt="0"/>
      <dgm:spPr/>
    </dgm:pt>
    <dgm:pt modelId="{3EBB762F-0E97-46AC-A4B7-32521BF25E42}" type="pres">
      <dgm:prSet presAssocID="{913153DB-F171-4642-9EC9-4EF89F7B8B7C}" presName="bgRect" presStyleLbl="bgShp" presStyleIdx="0" presStyleCnt="6"/>
      <dgm:spPr/>
    </dgm:pt>
    <dgm:pt modelId="{8D02DCA1-C462-4F7B-8CF0-F7EE565D2490}" type="pres">
      <dgm:prSet presAssocID="{913153DB-F171-4642-9EC9-4EF89F7B8B7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lassrum"/>
        </a:ext>
      </dgm:extLst>
    </dgm:pt>
    <dgm:pt modelId="{B4EC9C98-4B74-4C62-BA57-57EBB7F43D14}" type="pres">
      <dgm:prSet presAssocID="{913153DB-F171-4642-9EC9-4EF89F7B8B7C}" presName="spaceRect" presStyleCnt="0"/>
      <dgm:spPr/>
    </dgm:pt>
    <dgm:pt modelId="{F927C1CC-37E7-40A4-AEE4-4895E68FBFCA}" type="pres">
      <dgm:prSet presAssocID="{913153DB-F171-4642-9EC9-4EF89F7B8B7C}" presName="parTx" presStyleLbl="revTx" presStyleIdx="0" presStyleCnt="6">
        <dgm:presLayoutVars>
          <dgm:chMax val="0"/>
          <dgm:chPref val="0"/>
        </dgm:presLayoutVars>
      </dgm:prSet>
      <dgm:spPr/>
    </dgm:pt>
    <dgm:pt modelId="{67D00806-B616-437A-B248-715C9E234053}" type="pres">
      <dgm:prSet presAssocID="{5D7040F4-91C1-4D8E-A74F-87BF9FADA70C}" presName="sibTrans" presStyleCnt="0"/>
      <dgm:spPr/>
    </dgm:pt>
    <dgm:pt modelId="{6FDACE09-84DE-459B-BB32-055E66D807F5}" type="pres">
      <dgm:prSet presAssocID="{D6C561D6-ADA2-4A0C-943B-9523FC25ACFF}" presName="compNode" presStyleCnt="0"/>
      <dgm:spPr/>
    </dgm:pt>
    <dgm:pt modelId="{65BF9B5B-7C1E-4EBC-A187-264EDA204C24}" type="pres">
      <dgm:prSet presAssocID="{D6C561D6-ADA2-4A0C-943B-9523FC25ACFF}" presName="bgRect" presStyleLbl="bgShp" presStyleIdx="1" presStyleCnt="6"/>
      <dgm:spPr/>
    </dgm:pt>
    <dgm:pt modelId="{06C4E01F-CFCE-4D52-8409-79A9C730CD1A}" type="pres">
      <dgm:prSet presAssocID="{D6C561D6-ADA2-4A0C-943B-9523FC25ACF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vändare"/>
        </a:ext>
      </dgm:extLst>
    </dgm:pt>
    <dgm:pt modelId="{14F4AC55-CFDA-4A0C-8161-2462ECAC46AE}" type="pres">
      <dgm:prSet presAssocID="{D6C561D6-ADA2-4A0C-943B-9523FC25ACFF}" presName="spaceRect" presStyleCnt="0"/>
      <dgm:spPr/>
    </dgm:pt>
    <dgm:pt modelId="{DA8F8CD1-75C7-4EF1-9303-8AFECEE61CE1}" type="pres">
      <dgm:prSet presAssocID="{D6C561D6-ADA2-4A0C-943B-9523FC25ACFF}" presName="parTx" presStyleLbl="revTx" presStyleIdx="1" presStyleCnt="6">
        <dgm:presLayoutVars>
          <dgm:chMax val="0"/>
          <dgm:chPref val="0"/>
        </dgm:presLayoutVars>
      </dgm:prSet>
      <dgm:spPr/>
    </dgm:pt>
    <dgm:pt modelId="{9DDB82D8-D041-49D1-BB02-0446905F95BA}" type="pres">
      <dgm:prSet presAssocID="{E60DCA5D-26D9-49F6-975E-456EA9DFDCBF}" presName="sibTrans" presStyleCnt="0"/>
      <dgm:spPr/>
    </dgm:pt>
    <dgm:pt modelId="{79740ECB-3764-46CB-8A80-EAA025B662E9}" type="pres">
      <dgm:prSet presAssocID="{5DB22CC0-765E-4199-93A6-A70589A7615F}" presName="compNode" presStyleCnt="0"/>
      <dgm:spPr/>
    </dgm:pt>
    <dgm:pt modelId="{A80A4DA2-3299-453F-B74C-62953A09E8DB}" type="pres">
      <dgm:prSet presAssocID="{5DB22CC0-765E-4199-93A6-A70589A7615F}" presName="bgRect" presStyleLbl="bgShp" presStyleIdx="2" presStyleCnt="6"/>
      <dgm:spPr/>
    </dgm:pt>
    <dgm:pt modelId="{B5ED8562-CCEC-415F-9EAB-8F2B7661E36E}" type="pres">
      <dgm:prSet presAssocID="{5DB22CC0-765E-4199-93A6-A70589A7615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"/>
        </a:ext>
      </dgm:extLst>
    </dgm:pt>
    <dgm:pt modelId="{F2568915-887B-445F-86A3-F01F6E68CF49}" type="pres">
      <dgm:prSet presAssocID="{5DB22CC0-765E-4199-93A6-A70589A7615F}" presName="spaceRect" presStyleCnt="0"/>
      <dgm:spPr/>
    </dgm:pt>
    <dgm:pt modelId="{DFD19AA4-D3A5-4C43-B0DA-ECBA5BD8BB5F}" type="pres">
      <dgm:prSet presAssocID="{5DB22CC0-765E-4199-93A6-A70589A7615F}" presName="parTx" presStyleLbl="revTx" presStyleIdx="2" presStyleCnt="6">
        <dgm:presLayoutVars>
          <dgm:chMax val="0"/>
          <dgm:chPref val="0"/>
        </dgm:presLayoutVars>
      </dgm:prSet>
      <dgm:spPr/>
    </dgm:pt>
    <dgm:pt modelId="{46C4ABAE-D55A-4F75-9263-23E79E10C20F}" type="pres">
      <dgm:prSet presAssocID="{E711B687-905E-4A9F-B1EA-D9B151819CA9}" presName="sibTrans" presStyleCnt="0"/>
      <dgm:spPr/>
    </dgm:pt>
    <dgm:pt modelId="{269E0C49-6C2F-49CD-BB0E-F034190F40B8}" type="pres">
      <dgm:prSet presAssocID="{5DBAB556-C15E-4A04-AEA0-80AC65A8E48D}" presName="compNode" presStyleCnt="0"/>
      <dgm:spPr/>
    </dgm:pt>
    <dgm:pt modelId="{C7B8E53C-561D-44AD-B589-0641BFE7495D}" type="pres">
      <dgm:prSet presAssocID="{5DBAB556-C15E-4A04-AEA0-80AC65A8E48D}" presName="bgRect" presStyleLbl="bgShp" presStyleIdx="3" presStyleCnt="6"/>
      <dgm:spPr/>
    </dgm:pt>
    <dgm:pt modelId="{04EA3438-3E0A-4099-AE12-62B2DFD38E6A}" type="pres">
      <dgm:prSet presAssocID="{5DBAB556-C15E-4A04-AEA0-80AC65A8E48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9E681871-639A-45EA-9DAE-0C22E48BE59A}" type="pres">
      <dgm:prSet presAssocID="{5DBAB556-C15E-4A04-AEA0-80AC65A8E48D}" presName="spaceRect" presStyleCnt="0"/>
      <dgm:spPr/>
    </dgm:pt>
    <dgm:pt modelId="{C8B68D32-F76C-4E5C-94AD-762E57552CDD}" type="pres">
      <dgm:prSet presAssocID="{5DBAB556-C15E-4A04-AEA0-80AC65A8E48D}" presName="parTx" presStyleLbl="revTx" presStyleIdx="3" presStyleCnt="6">
        <dgm:presLayoutVars>
          <dgm:chMax val="0"/>
          <dgm:chPref val="0"/>
        </dgm:presLayoutVars>
      </dgm:prSet>
      <dgm:spPr/>
    </dgm:pt>
    <dgm:pt modelId="{4A10908D-4581-457C-A276-E1BF9B1189EE}" type="pres">
      <dgm:prSet presAssocID="{858E6C74-6C2F-4D09-A291-3B651570F9C8}" presName="sibTrans" presStyleCnt="0"/>
      <dgm:spPr/>
    </dgm:pt>
    <dgm:pt modelId="{0198BBD9-DB43-4913-8F83-26BCBB020A5D}" type="pres">
      <dgm:prSet presAssocID="{41D74510-7DD5-430F-B897-C38C54F1CDAA}" presName="compNode" presStyleCnt="0"/>
      <dgm:spPr/>
    </dgm:pt>
    <dgm:pt modelId="{841BB02A-B0B9-42E3-A7FF-2A96E7C9EA4E}" type="pres">
      <dgm:prSet presAssocID="{41D74510-7DD5-430F-B897-C38C54F1CDAA}" presName="bgRect" presStyleLbl="bgShp" presStyleIdx="4" presStyleCnt="6"/>
      <dgm:spPr/>
    </dgm:pt>
    <dgm:pt modelId="{EBCFA9D8-1C3E-43FA-ABB0-4D63C2586DDB}" type="pres">
      <dgm:prSet presAssocID="{41D74510-7DD5-430F-B897-C38C54F1CDA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4782E3D9-84D9-4D5D-84A4-22B9B2EAE647}" type="pres">
      <dgm:prSet presAssocID="{41D74510-7DD5-430F-B897-C38C54F1CDAA}" presName="spaceRect" presStyleCnt="0"/>
      <dgm:spPr/>
    </dgm:pt>
    <dgm:pt modelId="{59EB5A42-6288-4AFB-A22A-142BE4DEABD3}" type="pres">
      <dgm:prSet presAssocID="{41D74510-7DD5-430F-B897-C38C54F1CDAA}" presName="parTx" presStyleLbl="revTx" presStyleIdx="4" presStyleCnt="6">
        <dgm:presLayoutVars>
          <dgm:chMax val="0"/>
          <dgm:chPref val="0"/>
        </dgm:presLayoutVars>
      </dgm:prSet>
      <dgm:spPr/>
    </dgm:pt>
    <dgm:pt modelId="{38AF1B78-8D52-4C4D-AA5B-04669C796199}" type="pres">
      <dgm:prSet presAssocID="{D5AB64C8-90E9-4493-8C96-5C5398F55206}" presName="sibTrans" presStyleCnt="0"/>
      <dgm:spPr/>
    </dgm:pt>
    <dgm:pt modelId="{5101DC66-46C7-4975-902D-E87EE1384735}" type="pres">
      <dgm:prSet presAssocID="{0F83FE46-D8BB-4364-A32A-19A7D99F9710}" presName="compNode" presStyleCnt="0"/>
      <dgm:spPr/>
    </dgm:pt>
    <dgm:pt modelId="{78F56216-166F-4806-9751-F34AF0C3045A}" type="pres">
      <dgm:prSet presAssocID="{0F83FE46-D8BB-4364-A32A-19A7D99F9710}" presName="bgRect" presStyleLbl="bgShp" presStyleIdx="5" presStyleCnt="6"/>
      <dgm:spPr/>
    </dgm:pt>
    <dgm:pt modelId="{A80AF428-8E0E-480D-91FE-8FDF3281A19D}" type="pres">
      <dgm:prSet presAssocID="{0F83FE46-D8BB-4364-A32A-19A7D99F971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ck"/>
        </a:ext>
      </dgm:extLst>
    </dgm:pt>
    <dgm:pt modelId="{96801FD2-F20A-4841-9A98-598CE7D32217}" type="pres">
      <dgm:prSet presAssocID="{0F83FE46-D8BB-4364-A32A-19A7D99F9710}" presName="spaceRect" presStyleCnt="0"/>
      <dgm:spPr/>
    </dgm:pt>
    <dgm:pt modelId="{F99B1C96-E9CC-4919-A83D-C5BCF202AA99}" type="pres">
      <dgm:prSet presAssocID="{0F83FE46-D8BB-4364-A32A-19A7D99F971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B8EB726-24DD-874C-91F3-0B7CA2884AEE}" type="presOf" srcId="{0CC0BC14-0F4B-4A26-8783-438F2F9ED4D6}" destId="{5FA5ECD6-335F-4CAC-B6F4-6B090052B307}" srcOrd="0" destOrd="0" presId="urn:microsoft.com/office/officeart/2018/2/layout/IconVerticalSolidList"/>
    <dgm:cxn modelId="{154DC730-66AF-8349-9A4F-4A6D7B78F0A3}" type="presOf" srcId="{0F83FE46-D8BB-4364-A32A-19A7D99F9710}" destId="{F99B1C96-E9CC-4919-A83D-C5BCF202AA99}" srcOrd="0" destOrd="0" presId="urn:microsoft.com/office/officeart/2018/2/layout/IconVerticalSolidList"/>
    <dgm:cxn modelId="{BA159A39-A188-C14F-A3C8-6871A0FEBBB3}" type="presOf" srcId="{5DBAB556-C15E-4A04-AEA0-80AC65A8E48D}" destId="{C8B68D32-F76C-4E5C-94AD-762E57552CDD}" srcOrd="0" destOrd="0" presId="urn:microsoft.com/office/officeart/2018/2/layout/IconVerticalSolidList"/>
    <dgm:cxn modelId="{2DB4A25C-608E-924C-A985-3D19D14D2691}" type="presOf" srcId="{41D74510-7DD5-430F-B897-C38C54F1CDAA}" destId="{59EB5A42-6288-4AFB-A22A-142BE4DEABD3}" srcOrd="0" destOrd="0" presId="urn:microsoft.com/office/officeart/2018/2/layout/IconVerticalSolidList"/>
    <dgm:cxn modelId="{959A3D73-DFF2-49F2-A3AD-7D020FD28A99}" srcId="{0CC0BC14-0F4B-4A26-8783-438F2F9ED4D6}" destId="{D6C561D6-ADA2-4A0C-943B-9523FC25ACFF}" srcOrd="1" destOrd="0" parTransId="{D6AECD18-EB9B-40E2-BC4A-6DF7BEBD22FC}" sibTransId="{E60DCA5D-26D9-49F6-975E-456EA9DFDCBF}"/>
    <dgm:cxn modelId="{40320876-CD62-4299-BA69-9D21AA6A8C5C}" srcId="{0CC0BC14-0F4B-4A26-8783-438F2F9ED4D6}" destId="{41D74510-7DD5-430F-B897-C38C54F1CDAA}" srcOrd="4" destOrd="0" parTransId="{4D1D4577-3639-47C1-9026-1B15410C93C3}" sibTransId="{D5AB64C8-90E9-4493-8C96-5C5398F55206}"/>
    <dgm:cxn modelId="{512A0188-3AA9-104D-8F47-B840F950F084}" type="presOf" srcId="{D6C561D6-ADA2-4A0C-943B-9523FC25ACFF}" destId="{DA8F8CD1-75C7-4EF1-9303-8AFECEE61CE1}" srcOrd="0" destOrd="0" presId="urn:microsoft.com/office/officeart/2018/2/layout/IconVerticalSolidList"/>
    <dgm:cxn modelId="{E994ED8F-6FB9-F149-B898-B064376806BC}" type="presOf" srcId="{5DB22CC0-765E-4199-93A6-A70589A7615F}" destId="{DFD19AA4-D3A5-4C43-B0DA-ECBA5BD8BB5F}" srcOrd="0" destOrd="0" presId="urn:microsoft.com/office/officeart/2018/2/layout/IconVerticalSolidList"/>
    <dgm:cxn modelId="{0B3F1DC3-5CB9-4DFA-B60D-FB8CBED4C347}" srcId="{0CC0BC14-0F4B-4A26-8783-438F2F9ED4D6}" destId="{0F83FE46-D8BB-4364-A32A-19A7D99F9710}" srcOrd="5" destOrd="0" parTransId="{AC0EB6B1-D570-435C-8983-7F77BEBF2207}" sibTransId="{B8B7568F-290D-4A39-BCBC-0B05C57CCC9E}"/>
    <dgm:cxn modelId="{4C6A85D2-51AF-46E6-9854-8C5C88E28D9B}" srcId="{0CC0BC14-0F4B-4A26-8783-438F2F9ED4D6}" destId="{5DBAB556-C15E-4A04-AEA0-80AC65A8E48D}" srcOrd="3" destOrd="0" parTransId="{F019198E-1A27-4084-A182-20BB8178E579}" sibTransId="{858E6C74-6C2F-4D09-A291-3B651570F9C8}"/>
    <dgm:cxn modelId="{57DB5DEE-1454-41A6-ABA7-E4D6DCC1E075}" srcId="{0CC0BC14-0F4B-4A26-8783-438F2F9ED4D6}" destId="{5DB22CC0-765E-4199-93A6-A70589A7615F}" srcOrd="2" destOrd="0" parTransId="{9B2A6F3D-B5F2-4977-812B-715A7A1F80FF}" sibTransId="{E711B687-905E-4A9F-B1EA-D9B151819CA9}"/>
    <dgm:cxn modelId="{DEA63EFA-E470-4E3F-9CF4-49C56665D5F4}" srcId="{0CC0BC14-0F4B-4A26-8783-438F2F9ED4D6}" destId="{913153DB-F171-4642-9EC9-4EF89F7B8B7C}" srcOrd="0" destOrd="0" parTransId="{9C1DF2F1-25AB-49E6-ACF0-A80DBE016548}" sibTransId="{5D7040F4-91C1-4D8E-A74F-87BF9FADA70C}"/>
    <dgm:cxn modelId="{B72AB5FE-50D9-E747-948F-ACAB9C013678}" type="presOf" srcId="{913153DB-F171-4642-9EC9-4EF89F7B8B7C}" destId="{F927C1CC-37E7-40A4-AEE4-4895E68FBFCA}" srcOrd="0" destOrd="0" presId="urn:microsoft.com/office/officeart/2018/2/layout/IconVerticalSolidList"/>
    <dgm:cxn modelId="{88C86DDC-B5E1-2942-82FE-30E77B61CF45}" type="presParOf" srcId="{5FA5ECD6-335F-4CAC-B6F4-6B090052B307}" destId="{D93955E5-C234-43C1-BC5F-4D7A3EE3B736}" srcOrd="0" destOrd="0" presId="urn:microsoft.com/office/officeart/2018/2/layout/IconVerticalSolidList"/>
    <dgm:cxn modelId="{22DF2B17-4C3B-C844-A70D-D9B4BE61D113}" type="presParOf" srcId="{D93955E5-C234-43C1-BC5F-4D7A3EE3B736}" destId="{3EBB762F-0E97-46AC-A4B7-32521BF25E42}" srcOrd="0" destOrd="0" presId="urn:microsoft.com/office/officeart/2018/2/layout/IconVerticalSolidList"/>
    <dgm:cxn modelId="{7811CC29-8831-C94B-8D23-D1868A488F7E}" type="presParOf" srcId="{D93955E5-C234-43C1-BC5F-4D7A3EE3B736}" destId="{8D02DCA1-C462-4F7B-8CF0-F7EE565D2490}" srcOrd="1" destOrd="0" presId="urn:microsoft.com/office/officeart/2018/2/layout/IconVerticalSolidList"/>
    <dgm:cxn modelId="{C4ADE769-4888-E645-82BE-21887A66D6CD}" type="presParOf" srcId="{D93955E5-C234-43C1-BC5F-4D7A3EE3B736}" destId="{B4EC9C98-4B74-4C62-BA57-57EBB7F43D14}" srcOrd="2" destOrd="0" presId="urn:microsoft.com/office/officeart/2018/2/layout/IconVerticalSolidList"/>
    <dgm:cxn modelId="{09882636-7A80-F74E-A50B-1B13D38C95CA}" type="presParOf" srcId="{D93955E5-C234-43C1-BC5F-4D7A3EE3B736}" destId="{F927C1CC-37E7-40A4-AEE4-4895E68FBFCA}" srcOrd="3" destOrd="0" presId="urn:microsoft.com/office/officeart/2018/2/layout/IconVerticalSolidList"/>
    <dgm:cxn modelId="{652EF098-8E50-6748-A829-7DFD709C02EC}" type="presParOf" srcId="{5FA5ECD6-335F-4CAC-B6F4-6B090052B307}" destId="{67D00806-B616-437A-B248-715C9E234053}" srcOrd="1" destOrd="0" presId="urn:microsoft.com/office/officeart/2018/2/layout/IconVerticalSolidList"/>
    <dgm:cxn modelId="{2330D9F4-28C0-6346-ACA7-4672FF785221}" type="presParOf" srcId="{5FA5ECD6-335F-4CAC-B6F4-6B090052B307}" destId="{6FDACE09-84DE-459B-BB32-055E66D807F5}" srcOrd="2" destOrd="0" presId="urn:microsoft.com/office/officeart/2018/2/layout/IconVerticalSolidList"/>
    <dgm:cxn modelId="{0BD8AA6F-1563-1040-83E3-1B80ADAB247B}" type="presParOf" srcId="{6FDACE09-84DE-459B-BB32-055E66D807F5}" destId="{65BF9B5B-7C1E-4EBC-A187-264EDA204C24}" srcOrd="0" destOrd="0" presId="urn:microsoft.com/office/officeart/2018/2/layout/IconVerticalSolidList"/>
    <dgm:cxn modelId="{CFEB2DBA-6203-7644-893F-0CD8E38299B6}" type="presParOf" srcId="{6FDACE09-84DE-459B-BB32-055E66D807F5}" destId="{06C4E01F-CFCE-4D52-8409-79A9C730CD1A}" srcOrd="1" destOrd="0" presId="urn:microsoft.com/office/officeart/2018/2/layout/IconVerticalSolidList"/>
    <dgm:cxn modelId="{A58DC50E-8C47-AC49-92A0-CEB99214B7C6}" type="presParOf" srcId="{6FDACE09-84DE-459B-BB32-055E66D807F5}" destId="{14F4AC55-CFDA-4A0C-8161-2462ECAC46AE}" srcOrd="2" destOrd="0" presId="urn:microsoft.com/office/officeart/2018/2/layout/IconVerticalSolidList"/>
    <dgm:cxn modelId="{CCADA128-71E2-3A4A-B517-19A9DED6B167}" type="presParOf" srcId="{6FDACE09-84DE-459B-BB32-055E66D807F5}" destId="{DA8F8CD1-75C7-4EF1-9303-8AFECEE61CE1}" srcOrd="3" destOrd="0" presId="urn:microsoft.com/office/officeart/2018/2/layout/IconVerticalSolidList"/>
    <dgm:cxn modelId="{9B959A94-009D-E242-992A-70235D600899}" type="presParOf" srcId="{5FA5ECD6-335F-4CAC-B6F4-6B090052B307}" destId="{9DDB82D8-D041-49D1-BB02-0446905F95BA}" srcOrd="3" destOrd="0" presId="urn:microsoft.com/office/officeart/2018/2/layout/IconVerticalSolidList"/>
    <dgm:cxn modelId="{F2FE72A3-3618-5149-B40B-21C065DA8546}" type="presParOf" srcId="{5FA5ECD6-335F-4CAC-B6F4-6B090052B307}" destId="{79740ECB-3764-46CB-8A80-EAA025B662E9}" srcOrd="4" destOrd="0" presId="urn:microsoft.com/office/officeart/2018/2/layout/IconVerticalSolidList"/>
    <dgm:cxn modelId="{117C62C1-90C0-B542-A487-D5D914D02AFA}" type="presParOf" srcId="{79740ECB-3764-46CB-8A80-EAA025B662E9}" destId="{A80A4DA2-3299-453F-B74C-62953A09E8DB}" srcOrd="0" destOrd="0" presId="urn:microsoft.com/office/officeart/2018/2/layout/IconVerticalSolidList"/>
    <dgm:cxn modelId="{CAF74E30-03A7-EC4E-BB98-E925166FA5D5}" type="presParOf" srcId="{79740ECB-3764-46CB-8A80-EAA025B662E9}" destId="{B5ED8562-CCEC-415F-9EAB-8F2B7661E36E}" srcOrd="1" destOrd="0" presId="urn:microsoft.com/office/officeart/2018/2/layout/IconVerticalSolidList"/>
    <dgm:cxn modelId="{D916532E-0F41-0C45-A208-CC25908AC039}" type="presParOf" srcId="{79740ECB-3764-46CB-8A80-EAA025B662E9}" destId="{F2568915-887B-445F-86A3-F01F6E68CF49}" srcOrd="2" destOrd="0" presId="urn:microsoft.com/office/officeart/2018/2/layout/IconVerticalSolidList"/>
    <dgm:cxn modelId="{5D531D68-D71A-3346-90E6-B5A0547F535F}" type="presParOf" srcId="{79740ECB-3764-46CB-8A80-EAA025B662E9}" destId="{DFD19AA4-D3A5-4C43-B0DA-ECBA5BD8BB5F}" srcOrd="3" destOrd="0" presId="urn:microsoft.com/office/officeart/2018/2/layout/IconVerticalSolidList"/>
    <dgm:cxn modelId="{71AB1B24-FB18-C940-846B-689B95F2346C}" type="presParOf" srcId="{5FA5ECD6-335F-4CAC-B6F4-6B090052B307}" destId="{46C4ABAE-D55A-4F75-9263-23E79E10C20F}" srcOrd="5" destOrd="0" presId="urn:microsoft.com/office/officeart/2018/2/layout/IconVerticalSolidList"/>
    <dgm:cxn modelId="{1731408C-0F90-064C-B251-410D5A7DE6D1}" type="presParOf" srcId="{5FA5ECD6-335F-4CAC-B6F4-6B090052B307}" destId="{269E0C49-6C2F-49CD-BB0E-F034190F40B8}" srcOrd="6" destOrd="0" presId="urn:microsoft.com/office/officeart/2018/2/layout/IconVerticalSolidList"/>
    <dgm:cxn modelId="{857DD30D-8448-1E49-ACF6-0C7C9F35CAE4}" type="presParOf" srcId="{269E0C49-6C2F-49CD-BB0E-F034190F40B8}" destId="{C7B8E53C-561D-44AD-B589-0641BFE7495D}" srcOrd="0" destOrd="0" presId="urn:microsoft.com/office/officeart/2018/2/layout/IconVerticalSolidList"/>
    <dgm:cxn modelId="{7DDB754F-55D8-9C48-845A-372FEE1D1C32}" type="presParOf" srcId="{269E0C49-6C2F-49CD-BB0E-F034190F40B8}" destId="{04EA3438-3E0A-4099-AE12-62B2DFD38E6A}" srcOrd="1" destOrd="0" presId="urn:microsoft.com/office/officeart/2018/2/layout/IconVerticalSolidList"/>
    <dgm:cxn modelId="{2C03A644-3976-BE4F-B32E-569A3D5FEA5E}" type="presParOf" srcId="{269E0C49-6C2F-49CD-BB0E-F034190F40B8}" destId="{9E681871-639A-45EA-9DAE-0C22E48BE59A}" srcOrd="2" destOrd="0" presId="urn:microsoft.com/office/officeart/2018/2/layout/IconVerticalSolidList"/>
    <dgm:cxn modelId="{4A94F34A-475E-2645-B94B-E78C57303CDB}" type="presParOf" srcId="{269E0C49-6C2F-49CD-BB0E-F034190F40B8}" destId="{C8B68D32-F76C-4E5C-94AD-762E57552CDD}" srcOrd="3" destOrd="0" presId="urn:microsoft.com/office/officeart/2018/2/layout/IconVerticalSolidList"/>
    <dgm:cxn modelId="{0E28DA49-C967-3A40-A330-A85871BD5E1A}" type="presParOf" srcId="{5FA5ECD6-335F-4CAC-B6F4-6B090052B307}" destId="{4A10908D-4581-457C-A276-E1BF9B1189EE}" srcOrd="7" destOrd="0" presId="urn:microsoft.com/office/officeart/2018/2/layout/IconVerticalSolidList"/>
    <dgm:cxn modelId="{591AEC5D-CAA3-6448-A2F9-9145C97C56B9}" type="presParOf" srcId="{5FA5ECD6-335F-4CAC-B6F4-6B090052B307}" destId="{0198BBD9-DB43-4913-8F83-26BCBB020A5D}" srcOrd="8" destOrd="0" presId="urn:microsoft.com/office/officeart/2018/2/layout/IconVerticalSolidList"/>
    <dgm:cxn modelId="{DE4EC3C8-D6AE-254B-851B-E752D6DF0940}" type="presParOf" srcId="{0198BBD9-DB43-4913-8F83-26BCBB020A5D}" destId="{841BB02A-B0B9-42E3-A7FF-2A96E7C9EA4E}" srcOrd="0" destOrd="0" presId="urn:microsoft.com/office/officeart/2018/2/layout/IconVerticalSolidList"/>
    <dgm:cxn modelId="{5FF082B8-A13F-A046-8AC2-9EAE8A90BE5D}" type="presParOf" srcId="{0198BBD9-DB43-4913-8F83-26BCBB020A5D}" destId="{EBCFA9D8-1C3E-43FA-ABB0-4D63C2586DDB}" srcOrd="1" destOrd="0" presId="urn:microsoft.com/office/officeart/2018/2/layout/IconVerticalSolidList"/>
    <dgm:cxn modelId="{723AA572-3BFE-3A47-883E-AB2F00448C19}" type="presParOf" srcId="{0198BBD9-DB43-4913-8F83-26BCBB020A5D}" destId="{4782E3D9-84D9-4D5D-84A4-22B9B2EAE647}" srcOrd="2" destOrd="0" presId="urn:microsoft.com/office/officeart/2018/2/layout/IconVerticalSolidList"/>
    <dgm:cxn modelId="{B46C0931-FC35-4C44-8872-D03A6F9A9E94}" type="presParOf" srcId="{0198BBD9-DB43-4913-8F83-26BCBB020A5D}" destId="{59EB5A42-6288-4AFB-A22A-142BE4DEABD3}" srcOrd="3" destOrd="0" presId="urn:microsoft.com/office/officeart/2018/2/layout/IconVerticalSolidList"/>
    <dgm:cxn modelId="{001F1450-038F-4041-A3DA-7712AD0B60B5}" type="presParOf" srcId="{5FA5ECD6-335F-4CAC-B6F4-6B090052B307}" destId="{38AF1B78-8D52-4C4D-AA5B-04669C796199}" srcOrd="9" destOrd="0" presId="urn:microsoft.com/office/officeart/2018/2/layout/IconVerticalSolidList"/>
    <dgm:cxn modelId="{17BE87ED-1CA2-ED4F-BA61-FA916C4E92E5}" type="presParOf" srcId="{5FA5ECD6-335F-4CAC-B6F4-6B090052B307}" destId="{5101DC66-46C7-4975-902D-E87EE1384735}" srcOrd="10" destOrd="0" presId="urn:microsoft.com/office/officeart/2018/2/layout/IconVerticalSolidList"/>
    <dgm:cxn modelId="{1B6782DA-BE62-4145-B198-71DA23D9ED26}" type="presParOf" srcId="{5101DC66-46C7-4975-902D-E87EE1384735}" destId="{78F56216-166F-4806-9751-F34AF0C3045A}" srcOrd="0" destOrd="0" presId="urn:microsoft.com/office/officeart/2018/2/layout/IconVerticalSolidList"/>
    <dgm:cxn modelId="{2C5966D2-7AF5-1C46-A006-F72326871E9E}" type="presParOf" srcId="{5101DC66-46C7-4975-902D-E87EE1384735}" destId="{A80AF428-8E0E-480D-91FE-8FDF3281A19D}" srcOrd="1" destOrd="0" presId="urn:microsoft.com/office/officeart/2018/2/layout/IconVerticalSolidList"/>
    <dgm:cxn modelId="{EFFEBFF0-7568-4B48-9B22-38432BD0564A}" type="presParOf" srcId="{5101DC66-46C7-4975-902D-E87EE1384735}" destId="{96801FD2-F20A-4841-9A98-598CE7D32217}" srcOrd="2" destOrd="0" presId="urn:microsoft.com/office/officeart/2018/2/layout/IconVerticalSolidList"/>
    <dgm:cxn modelId="{AFA1ECE6-2493-D24A-9390-8F1975013D8D}" type="presParOf" srcId="{5101DC66-46C7-4975-902D-E87EE1384735}" destId="{F99B1C96-E9CC-4919-A83D-C5BCF202AA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A77B81C-1F3B-4F2B-8BC2-C6AB1A28060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0496592-F561-4BF9-8010-882D2D7CFD48}">
      <dgm:prSet/>
      <dgm:spPr/>
      <dgm:t>
        <a:bodyPr/>
        <a:lstStyle/>
        <a:p>
          <a:pPr>
            <a:defRPr cap="all"/>
          </a:pPr>
          <a:r>
            <a:rPr lang="en-US"/>
            <a:t>LOOP TRAINING DATA</a:t>
          </a:r>
        </a:p>
      </dgm:t>
    </dgm:pt>
    <dgm:pt modelId="{445EC3B4-B150-442B-8A0F-3DE22683287D}" type="parTrans" cxnId="{382377D8-A0C1-4BFE-A86B-C80C97093CDE}">
      <dgm:prSet/>
      <dgm:spPr/>
      <dgm:t>
        <a:bodyPr/>
        <a:lstStyle/>
        <a:p>
          <a:endParaRPr lang="en-US"/>
        </a:p>
      </dgm:t>
    </dgm:pt>
    <dgm:pt modelId="{D4AFB097-32C8-4D6A-89BA-D73304FA1CF6}" type="sibTrans" cxnId="{382377D8-A0C1-4BFE-A86B-C80C97093CDE}">
      <dgm:prSet/>
      <dgm:spPr/>
      <dgm:t>
        <a:bodyPr/>
        <a:lstStyle/>
        <a:p>
          <a:endParaRPr lang="en-US"/>
        </a:p>
      </dgm:t>
    </dgm:pt>
    <dgm:pt modelId="{91FD7856-F029-439D-A91F-DECBC01DC794}">
      <dgm:prSet/>
      <dgm:spPr/>
      <dgm:t>
        <a:bodyPr/>
        <a:lstStyle/>
        <a:p>
          <a:pPr>
            <a:defRPr cap="all"/>
          </a:pPr>
          <a:r>
            <a:rPr lang="en-US"/>
            <a:t>FORWARD PASS</a:t>
          </a:r>
        </a:p>
      </dgm:t>
    </dgm:pt>
    <dgm:pt modelId="{489AFEAC-E0BA-4E8C-9B27-418C47E51FC5}" type="parTrans" cxnId="{52DEF818-E27C-4A9E-A05F-EF64E958F8CB}">
      <dgm:prSet/>
      <dgm:spPr/>
      <dgm:t>
        <a:bodyPr/>
        <a:lstStyle/>
        <a:p>
          <a:endParaRPr lang="en-US"/>
        </a:p>
      </dgm:t>
    </dgm:pt>
    <dgm:pt modelId="{8D090385-9216-4782-900B-C6B64061A5DA}" type="sibTrans" cxnId="{52DEF818-E27C-4A9E-A05F-EF64E958F8CB}">
      <dgm:prSet/>
      <dgm:spPr/>
      <dgm:t>
        <a:bodyPr/>
        <a:lstStyle/>
        <a:p>
          <a:endParaRPr lang="en-US"/>
        </a:p>
      </dgm:t>
    </dgm:pt>
    <dgm:pt modelId="{1ACD15D1-8F38-40AD-9926-7F55960D025A}">
      <dgm:prSet/>
      <dgm:spPr/>
      <dgm:t>
        <a:bodyPr/>
        <a:lstStyle/>
        <a:p>
          <a:pPr>
            <a:defRPr cap="all"/>
          </a:pPr>
          <a:r>
            <a:rPr lang="en-US"/>
            <a:t>BACKWARD PASS</a:t>
          </a:r>
        </a:p>
      </dgm:t>
    </dgm:pt>
    <dgm:pt modelId="{C2711D41-0C5E-4021-BFD1-46E6424B3136}" type="parTrans" cxnId="{1734EBA2-2BB5-4F7D-84AC-C0EB51DE48C8}">
      <dgm:prSet/>
      <dgm:spPr/>
      <dgm:t>
        <a:bodyPr/>
        <a:lstStyle/>
        <a:p>
          <a:endParaRPr lang="en-US"/>
        </a:p>
      </dgm:t>
    </dgm:pt>
    <dgm:pt modelId="{F3C39F84-8547-4CCC-885F-C75E5EF5D801}" type="sibTrans" cxnId="{1734EBA2-2BB5-4F7D-84AC-C0EB51DE48C8}">
      <dgm:prSet/>
      <dgm:spPr/>
      <dgm:t>
        <a:bodyPr/>
        <a:lstStyle/>
        <a:p>
          <a:endParaRPr lang="en-US"/>
        </a:p>
      </dgm:t>
    </dgm:pt>
    <dgm:pt modelId="{0B8DE3D6-A821-4D05-A296-E4BE3532B031}">
      <dgm:prSet/>
      <dgm:spPr/>
      <dgm:t>
        <a:bodyPr/>
        <a:lstStyle/>
        <a:p>
          <a:pPr>
            <a:defRPr cap="all"/>
          </a:pPr>
          <a:r>
            <a:rPr lang="en-US"/>
            <a:t>STORE LOSSES &amp; ACCURACIES</a:t>
          </a:r>
        </a:p>
      </dgm:t>
    </dgm:pt>
    <dgm:pt modelId="{3FB6FAEE-C881-4A38-A373-0D7D5FCAED2F}" type="parTrans" cxnId="{E914F1A7-E2C6-45BC-8B52-E3B3D8B7810D}">
      <dgm:prSet/>
      <dgm:spPr/>
      <dgm:t>
        <a:bodyPr/>
        <a:lstStyle/>
        <a:p>
          <a:endParaRPr lang="en-US"/>
        </a:p>
      </dgm:t>
    </dgm:pt>
    <dgm:pt modelId="{936D492A-39E9-43B4-822F-A8AF93A8E29A}" type="sibTrans" cxnId="{E914F1A7-E2C6-45BC-8B52-E3B3D8B7810D}">
      <dgm:prSet/>
      <dgm:spPr/>
      <dgm:t>
        <a:bodyPr/>
        <a:lstStyle/>
        <a:p>
          <a:endParaRPr lang="en-US"/>
        </a:p>
      </dgm:t>
    </dgm:pt>
    <dgm:pt modelId="{10AB06B7-1F7F-43A4-BB39-BE6520CB1ECC}" type="pres">
      <dgm:prSet presAssocID="{8A77B81C-1F3B-4F2B-8BC2-C6AB1A280601}" presName="root" presStyleCnt="0">
        <dgm:presLayoutVars>
          <dgm:dir/>
          <dgm:resizeHandles val="exact"/>
        </dgm:presLayoutVars>
      </dgm:prSet>
      <dgm:spPr/>
    </dgm:pt>
    <dgm:pt modelId="{B21BF23C-B88F-4D77-AAE1-3FC36E741C58}" type="pres">
      <dgm:prSet presAssocID="{F0496592-F561-4BF9-8010-882D2D7CFD48}" presName="compNode" presStyleCnt="0"/>
      <dgm:spPr/>
    </dgm:pt>
    <dgm:pt modelId="{5F6A3CFB-16EF-4D18-9589-449E7A827584}" type="pres">
      <dgm:prSet presAssocID="{F0496592-F561-4BF9-8010-882D2D7CFD48}" presName="iconBgRect" presStyleLbl="bgShp" presStyleIdx="0" presStyleCnt="4"/>
      <dgm:spPr/>
    </dgm:pt>
    <dgm:pt modelId="{35B0CD07-B9E8-45BD-8CC1-0D9B2207596A}" type="pres">
      <dgm:prSet presAssocID="{F0496592-F561-4BF9-8010-882D2D7CFD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"/>
        </a:ext>
      </dgm:extLst>
    </dgm:pt>
    <dgm:pt modelId="{A4446A47-339A-4683-8B7F-B97865DE5ABC}" type="pres">
      <dgm:prSet presAssocID="{F0496592-F561-4BF9-8010-882D2D7CFD48}" presName="spaceRect" presStyleCnt="0"/>
      <dgm:spPr/>
    </dgm:pt>
    <dgm:pt modelId="{7FE18C74-1B46-47C3-AA54-DA17F2908CE2}" type="pres">
      <dgm:prSet presAssocID="{F0496592-F561-4BF9-8010-882D2D7CFD48}" presName="textRect" presStyleLbl="revTx" presStyleIdx="0" presStyleCnt="4">
        <dgm:presLayoutVars>
          <dgm:chMax val="1"/>
          <dgm:chPref val="1"/>
        </dgm:presLayoutVars>
      </dgm:prSet>
      <dgm:spPr/>
    </dgm:pt>
    <dgm:pt modelId="{DFFC446B-13B2-4F9D-9FA4-4131180573AE}" type="pres">
      <dgm:prSet presAssocID="{D4AFB097-32C8-4D6A-89BA-D73304FA1CF6}" presName="sibTrans" presStyleCnt="0"/>
      <dgm:spPr/>
    </dgm:pt>
    <dgm:pt modelId="{7700E0E5-CD7A-4709-B4F7-FB9ADF7496EF}" type="pres">
      <dgm:prSet presAssocID="{91FD7856-F029-439D-A91F-DECBC01DC794}" presName="compNode" presStyleCnt="0"/>
      <dgm:spPr/>
    </dgm:pt>
    <dgm:pt modelId="{9B3DA1B2-C059-4C09-AEEE-376222F79C0B}" type="pres">
      <dgm:prSet presAssocID="{91FD7856-F029-439D-A91F-DECBC01DC794}" presName="iconBgRect" presStyleLbl="bgShp" presStyleIdx="1" presStyleCnt="4"/>
      <dgm:spPr/>
    </dgm:pt>
    <dgm:pt modelId="{982559CD-2944-4D26-A5D9-9B61D0C6BA99}" type="pres">
      <dgm:prSet presAssocID="{91FD7856-F029-439D-A91F-DECBC01DC79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A01C0452-E369-42C9-8FBD-19647D7437D3}" type="pres">
      <dgm:prSet presAssocID="{91FD7856-F029-439D-A91F-DECBC01DC794}" presName="spaceRect" presStyleCnt="0"/>
      <dgm:spPr/>
    </dgm:pt>
    <dgm:pt modelId="{468EBDEE-6F36-4091-87F7-E176E0336203}" type="pres">
      <dgm:prSet presAssocID="{91FD7856-F029-439D-A91F-DECBC01DC794}" presName="textRect" presStyleLbl="revTx" presStyleIdx="1" presStyleCnt="4">
        <dgm:presLayoutVars>
          <dgm:chMax val="1"/>
          <dgm:chPref val="1"/>
        </dgm:presLayoutVars>
      </dgm:prSet>
      <dgm:spPr/>
    </dgm:pt>
    <dgm:pt modelId="{308F72A7-C013-4AEC-88BD-BD53CEAFC859}" type="pres">
      <dgm:prSet presAssocID="{8D090385-9216-4782-900B-C6B64061A5DA}" presName="sibTrans" presStyleCnt="0"/>
      <dgm:spPr/>
    </dgm:pt>
    <dgm:pt modelId="{F9147D70-27BB-4429-A5AB-6D10A9DE8BC6}" type="pres">
      <dgm:prSet presAssocID="{1ACD15D1-8F38-40AD-9926-7F55960D025A}" presName="compNode" presStyleCnt="0"/>
      <dgm:spPr/>
    </dgm:pt>
    <dgm:pt modelId="{465094E1-7C75-4B97-8F2F-5B92118B6941}" type="pres">
      <dgm:prSet presAssocID="{1ACD15D1-8F38-40AD-9926-7F55960D025A}" presName="iconBgRect" presStyleLbl="bgShp" presStyleIdx="2" presStyleCnt="4"/>
      <dgm:spPr/>
    </dgm:pt>
    <dgm:pt modelId="{8E5890AE-EDA0-4DDA-8321-314317E960AF}" type="pres">
      <dgm:prSet presAssocID="{1ACD15D1-8F38-40AD-9926-7F55960D02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ygplan"/>
        </a:ext>
      </dgm:extLst>
    </dgm:pt>
    <dgm:pt modelId="{5F9C9D51-71FD-4CD0-B7B2-84736A83DE74}" type="pres">
      <dgm:prSet presAssocID="{1ACD15D1-8F38-40AD-9926-7F55960D025A}" presName="spaceRect" presStyleCnt="0"/>
      <dgm:spPr/>
    </dgm:pt>
    <dgm:pt modelId="{94A57825-7913-4430-86CF-22EC48ADFB1A}" type="pres">
      <dgm:prSet presAssocID="{1ACD15D1-8F38-40AD-9926-7F55960D025A}" presName="textRect" presStyleLbl="revTx" presStyleIdx="2" presStyleCnt="4">
        <dgm:presLayoutVars>
          <dgm:chMax val="1"/>
          <dgm:chPref val="1"/>
        </dgm:presLayoutVars>
      </dgm:prSet>
      <dgm:spPr/>
    </dgm:pt>
    <dgm:pt modelId="{7A2BE249-3BD0-4B82-9F68-DC2F2E2501A5}" type="pres">
      <dgm:prSet presAssocID="{F3C39F84-8547-4CCC-885F-C75E5EF5D801}" presName="sibTrans" presStyleCnt="0"/>
      <dgm:spPr/>
    </dgm:pt>
    <dgm:pt modelId="{364BD660-8ADB-475B-9FF0-5866F978ADF1}" type="pres">
      <dgm:prSet presAssocID="{0B8DE3D6-A821-4D05-A296-E4BE3532B031}" presName="compNode" presStyleCnt="0"/>
      <dgm:spPr/>
    </dgm:pt>
    <dgm:pt modelId="{F8713756-1A13-4E6D-BC02-8B0E60B4B368}" type="pres">
      <dgm:prSet presAssocID="{0B8DE3D6-A821-4D05-A296-E4BE3532B031}" presName="iconBgRect" presStyleLbl="bgShp" presStyleIdx="3" presStyleCnt="4"/>
      <dgm:spPr/>
    </dgm:pt>
    <dgm:pt modelId="{3FF82F9F-61CA-4429-A8F9-989EBFE815B4}" type="pres">
      <dgm:prSet presAssocID="{0B8DE3D6-A821-4D05-A296-E4BE3532B0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arning"/>
        </a:ext>
      </dgm:extLst>
    </dgm:pt>
    <dgm:pt modelId="{E95D3CE3-F0D9-4FFD-B862-F2297910204B}" type="pres">
      <dgm:prSet presAssocID="{0B8DE3D6-A821-4D05-A296-E4BE3532B031}" presName="spaceRect" presStyleCnt="0"/>
      <dgm:spPr/>
    </dgm:pt>
    <dgm:pt modelId="{C1B873FC-E16B-4766-A6D8-F678713F0A26}" type="pres">
      <dgm:prSet presAssocID="{0B8DE3D6-A821-4D05-A296-E4BE3532B0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2DEF818-E27C-4A9E-A05F-EF64E958F8CB}" srcId="{8A77B81C-1F3B-4F2B-8BC2-C6AB1A280601}" destId="{91FD7856-F029-439D-A91F-DECBC01DC794}" srcOrd="1" destOrd="0" parTransId="{489AFEAC-E0BA-4E8C-9B27-418C47E51FC5}" sibTransId="{8D090385-9216-4782-900B-C6B64061A5DA}"/>
    <dgm:cxn modelId="{FA390F20-A9FB-BF48-A8BB-53FB46AB1FC9}" type="presOf" srcId="{0B8DE3D6-A821-4D05-A296-E4BE3532B031}" destId="{C1B873FC-E16B-4766-A6D8-F678713F0A26}" srcOrd="0" destOrd="0" presId="urn:microsoft.com/office/officeart/2018/5/layout/IconCircleLabelList"/>
    <dgm:cxn modelId="{7D508A4D-3822-9D47-B294-54AA85031C84}" type="presOf" srcId="{1ACD15D1-8F38-40AD-9926-7F55960D025A}" destId="{94A57825-7913-4430-86CF-22EC48ADFB1A}" srcOrd="0" destOrd="0" presId="urn:microsoft.com/office/officeart/2018/5/layout/IconCircleLabelList"/>
    <dgm:cxn modelId="{1734EBA2-2BB5-4F7D-84AC-C0EB51DE48C8}" srcId="{8A77B81C-1F3B-4F2B-8BC2-C6AB1A280601}" destId="{1ACD15D1-8F38-40AD-9926-7F55960D025A}" srcOrd="2" destOrd="0" parTransId="{C2711D41-0C5E-4021-BFD1-46E6424B3136}" sibTransId="{F3C39F84-8547-4CCC-885F-C75E5EF5D801}"/>
    <dgm:cxn modelId="{1DB72FA7-E84C-9440-B202-43110198C61B}" type="presOf" srcId="{F0496592-F561-4BF9-8010-882D2D7CFD48}" destId="{7FE18C74-1B46-47C3-AA54-DA17F2908CE2}" srcOrd="0" destOrd="0" presId="urn:microsoft.com/office/officeart/2018/5/layout/IconCircleLabelList"/>
    <dgm:cxn modelId="{E914F1A7-E2C6-45BC-8B52-E3B3D8B7810D}" srcId="{8A77B81C-1F3B-4F2B-8BC2-C6AB1A280601}" destId="{0B8DE3D6-A821-4D05-A296-E4BE3532B031}" srcOrd="3" destOrd="0" parTransId="{3FB6FAEE-C881-4A38-A373-0D7D5FCAED2F}" sibTransId="{936D492A-39E9-43B4-822F-A8AF93A8E29A}"/>
    <dgm:cxn modelId="{0EDAB5D3-518A-E344-8FFA-2F8A609ABBBF}" type="presOf" srcId="{91FD7856-F029-439D-A91F-DECBC01DC794}" destId="{468EBDEE-6F36-4091-87F7-E176E0336203}" srcOrd="0" destOrd="0" presId="urn:microsoft.com/office/officeart/2018/5/layout/IconCircleLabelList"/>
    <dgm:cxn modelId="{382377D8-A0C1-4BFE-A86B-C80C97093CDE}" srcId="{8A77B81C-1F3B-4F2B-8BC2-C6AB1A280601}" destId="{F0496592-F561-4BF9-8010-882D2D7CFD48}" srcOrd="0" destOrd="0" parTransId="{445EC3B4-B150-442B-8A0F-3DE22683287D}" sibTransId="{D4AFB097-32C8-4D6A-89BA-D73304FA1CF6}"/>
    <dgm:cxn modelId="{5396DDDE-7135-FF44-9AC2-11FD2F593D69}" type="presOf" srcId="{8A77B81C-1F3B-4F2B-8BC2-C6AB1A280601}" destId="{10AB06B7-1F7F-43A4-BB39-BE6520CB1ECC}" srcOrd="0" destOrd="0" presId="urn:microsoft.com/office/officeart/2018/5/layout/IconCircleLabelList"/>
    <dgm:cxn modelId="{35677341-8336-4C4E-9221-49D2D9DA5A43}" type="presParOf" srcId="{10AB06B7-1F7F-43A4-BB39-BE6520CB1ECC}" destId="{B21BF23C-B88F-4D77-AAE1-3FC36E741C58}" srcOrd="0" destOrd="0" presId="urn:microsoft.com/office/officeart/2018/5/layout/IconCircleLabelList"/>
    <dgm:cxn modelId="{78E0D810-12D5-CB47-B993-F5F675858141}" type="presParOf" srcId="{B21BF23C-B88F-4D77-AAE1-3FC36E741C58}" destId="{5F6A3CFB-16EF-4D18-9589-449E7A827584}" srcOrd="0" destOrd="0" presId="urn:microsoft.com/office/officeart/2018/5/layout/IconCircleLabelList"/>
    <dgm:cxn modelId="{8CE9142D-EA7F-564B-BB6E-883FDB4D89E0}" type="presParOf" srcId="{B21BF23C-B88F-4D77-AAE1-3FC36E741C58}" destId="{35B0CD07-B9E8-45BD-8CC1-0D9B2207596A}" srcOrd="1" destOrd="0" presId="urn:microsoft.com/office/officeart/2018/5/layout/IconCircleLabelList"/>
    <dgm:cxn modelId="{548BC935-71DD-FA4E-9E58-0CBC37916EA2}" type="presParOf" srcId="{B21BF23C-B88F-4D77-AAE1-3FC36E741C58}" destId="{A4446A47-339A-4683-8B7F-B97865DE5ABC}" srcOrd="2" destOrd="0" presId="urn:microsoft.com/office/officeart/2018/5/layout/IconCircleLabelList"/>
    <dgm:cxn modelId="{0AF6D344-ACC1-934A-953F-9BF280B7F850}" type="presParOf" srcId="{B21BF23C-B88F-4D77-AAE1-3FC36E741C58}" destId="{7FE18C74-1B46-47C3-AA54-DA17F2908CE2}" srcOrd="3" destOrd="0" presId="urn:microsoft.com/office/officeart/2018/5/layout/IconCircleLabelList"/>
    <dgm:cxn modelId="{538D7DDB-7213-BB43-A228-3210CE7240D6}" type="presParOf" srcId="{10AB06B7-1F7F-43A4-BB39-BE6520CB1ECC}" destId="{DFFC446B-13B2-4F9D-9FA4-4131180573AE}" srcOrd="1" destOrd="0" presId="urn:microsoft.com/office/officeart/2018/5/layout/IconCircleLabelList"/>
    <dgm:cxn modelId="{908329C2-8CF6-954F-BB27-2F8677FBED7E}" type="presParOf" srcId="{10AB06B7-1F7F-43A4-BB39-BE6520CB1ECC}" destId="{7700E0E5-CD7A-4709-B4F7-FB9ADF7496EF}" srcOrd="2" destOrd="0" presId="urn:microsoft.com/office/officeart/2018/5/layout/IconCircleLabelList"/>
    <dgm:cxn modelId="{2BFD8B1A-ABE7-4244-80B4-99948661505E}" type="presParOf" srcId="{7700E0E5-CD7A-4709-B4F7-FB9ADF7496EF}" destId="{9B3DA1B2-C059-4C09-AEEE-376222F79C0B}" srcOrd="0" destOrd="0" presId="urn:microsoft.com/office/officeart/2018/5/layout/IconCircleLabelList"/>
    <dgm:cxn modelId="{25EDFA68-CEBE-1849-BAF3-EB843F1A1FF1}" type="presParOf" srcId="{7700E0E5-CD7A-4709-B4F7-FB9ADF7496EF}" destId="{982559CD-2944-4D26-A5D9-9B61D0C6BA99}" srcOrd="1" destOrd="0" presId="urn:microsoft.com/office/officeart/2018/5/layout/IconCircleLabelList"/>
    <dgm:cxn modelId="{446F09CD-9C4A-7649-A328-43A2F34F8ACC}" type="presParOf" srcId="{7700E0E5-CD7A-4709-B4F7-FB9ADF7496EF}" destId="{A01C0452-E369-42C9-8FBD-19647D7437D3}" srcOrd="2" destOrd="0" presId="urn:microsoft.com/office/officeart/2018/5/layout/IconCircleLabelList"/>
    <dgm:cxn modelId="{F8D37A7F-E717-EB4E-A16A-69AF2D271F96}" type="presParOf" srcId="{7700E0E5-CD7A-4709-B4F7-FB9ADF7496EF}" destId="{468EBDEE-6F36-4091-87F7-E176E0336203}" srcOrd="3" destOrd="0" presId="urn:microsoft.com/office/officeart/2018/5/layout/IconCircleLabelList"/>
    <dgm:cxn modelId="{E456164F-8108-384C-83CA-BF79E1A40C8A}" type="presParOf" srcId="{10AB06B7-1F7F-43A4-BB39-BE6520CB1ECC}" destId="{308F72A7-C013-4AEC-88BD-BD53CEAFC859}" srcOrd="3" destOrd="0" presId="urn:microsoft.com/office/officeart/2018/5/layout/IconCircleLabelList"/>
    <dgm:cxn modelId="{F39DC1BA-D178-954C-A301-C1C19BEDE13B}" type="presParOf" srcId="{10AB06B7-1F7F-43A4-BB39-BE6520CB1ECC}" destId="{F9147D70-27BB-4429-A5AB-6D10A9DE8BC6}" srcOrd="4" destOrd="0" presId="urn:microsoft.com/office/officeart/2018/5/layout/IconCircleLabelList"/>
    <dgm:cxn modelId="{E76AA7E9-A666-0D42-B9B8-6A770608EC3E}" type="presParOf" srcId="{F9147D70-27BB-4429-A5AB-6D10A9DE8BC6}" destId="{465094E1-7C75-4B97-8F2F-5B92118B6941}" srcOrd="0" destOrd="0" presId="urn:microsoft.com/office/officeart/2018/5/layout/IconCircleLabelList"/>
    <dgm:cxn modelId="{312A7F31-56C7-1445-9936-3356C2374E1A}" type="presParOf" srcId="{F9147D70-27BB-4429-A5AB-6D10A9DE8BC6}" destId="{8E5890AE-EDA0-4DDA-8321-314317E960AF}" srcOrd="1" destOrd="0" presId="urn:microsoft.com/office/officeart/2018/5/layout/IconCircleLabelList"/>
    <dgm:cxn modelId="{D220FBEB-16DA-3046-803F-6155001780F6}" type="presParOf" srcId="{F9147D70-27BB-4429-A5AB-6D10A9DE8BC6}" destId="{5F9C9D51-71FD-4CD0-B7B2-84736A83DE74}" srcOrd="2" destOrd="0" presId="urn:microsoft.com/office/officeart/2018/5/layout/IconCircleLabelList"/>
    <dgm:cxn modelId="{D4599BF6-CA75-4F42-A2D7-D97AB8DCFFEA}" type="presParOf" srcId="{F9147D70-27BB-4429-A5AB-6D10A9DE8BC6}" destId="{94A57825-7913-4430-86CF-22EC48ADFB1A}" srcOrd="3" destOrd="0" presId="urn:microsoft.com/office/officeart/2018/5/layout/IconCircleLabelList"/>
    <dgm:cxn modelId="{C40C8024-4DA0-984E-A8B2-247D4B320A14}" type="presParOf" srcId="{10AB06B7-1F7F-43A4-BB39-BE6520CB1ECC}" destId="{7A2BE249-3BD0-4B82-9F68-DC2F2E2501A5}" srcOrd="5" destOrd="0" presId="urn:microsoft.com/office/officeart/2018/5/layout/IconCircleLabelList"/>
    <dgm:cxn modelId="{085CB5D4-163F-E946-BCFB-7A9AA3898C81}" type="presParOf" srcId="{10AB06B7-1F7F-43A4-BB39-BE6520CB1ECC}" destId="{364BD660-8ADB-475B-9FF0-5866F978ADF1}" srcOrd="6" destOrd="0" presId="urn:microsoft.com/office/officeart/2018/5/layout/IconCircleLabelList"/>
    <dgm:cxn modelId="{495D7FF7-9175-C647-94BA-070DE03F77F1}" type="presParOf" srcId="{364BD660-8ADB-475B-9FF0-5866F978ADF1}" destId="{F8713756-1A13-4E6D-BC02-8B0E60B4B368}" srcOrd="0" destOrd="0" presId="urn:microsoft.com/office/officeart/2018/5/layout/IconCircleLabelList"/>
    <dgm:cxn modelId="{3A8ED72F-EF06-5A4C-AAF9-F58CA9BF245A}" type="presParOf" srcId="{364BD660-8ADB-475B-9FF0-5866F978ADF1}" destId="{3FF82F9F-61CA-4429-A8F9-989EBFE815B4}" srcOrd="1" destOrd="0" presId="urn:microsoft.com/office/officeart/2018/5/layout/IconCircleLabelList"/>
    <dgm:cxn modelId="{D2C9B62D-3B63-644C-9D94-BB782052A3D9}" type="presParOf" srcId="{364BD660-8ADB-475B-9FF0-5866F978ADF1}" destId="{E95D3CE3-F0D9-4FFD-B862-F2297910204B}" srcOrd="2" destOrd="0" presId="urn:microsoft.com/office/officeart/2018/5/layout/IconCircleLabelList"/>
    <dgm:cxn modelId="{70DDDE10-79FC-DE47-A075-7B080063E08A}" type="presParOf" srcId="{364BD660-8ADB-475B-9FF0-5866F978ADF1}" destId="{C1B873FC-E16B-4766-A6D8-F678713F0A2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A77B81C-1F3B-4F2B-8BC2-C6AB1A28060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0496592-F561-4BF9-8010-882D2D7CFD4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True LABELS VS PREDICTED LABELS</a:t>
          </a:r>
          <a:endParaRPr lang="en-US" dirty="0"/>
        </a:p>
      </dgm:t>
    </dgm:pt>
    <dgm:pt modelId="{445EC3B4-B150-442B-8A0F-3DE22683287D}" type="parTrans" cxnId="{382377D8-A0C1-4BFE-A86B-C80C97093CDE}">
      <dgm:prSet/>
      <dgm:spPr/>
      <dgm:t>
        <a:bodyPr/>
        <a:lstStyle/>
        <a:p>
          <a:endParaRPr lang="en-US"/>
        </a:p>
      </dgm:t>
    </dgm:pt>
    <dgm:pt modelId="{D4AFB097-32C8-4D6A-89BA-D73304FA1CF6}" type="sibTrans" cxnId="{382377D8-A0C1-4BFE-A86B-C80C97093CDE}">
      <dgm:prSet/>
      <dgm:spPr/>
      <dgm:t>
        <a:bodyPr/>
        <a:lstStyle/>
        <a:p>
          <a:endParaRPr lang="en-US"/>
        </a:p>
      </dgm:t>
    </dgm:pt>
    <dgm:pt modelId="{91FD7856-F029-439D-A91F-DECBC01DC7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COMPARE RESULTS FOR DIFFERENT LABELS</a:t>
          </a:r>
          <a:endParaRPr lang="en-US" dirty="0"/>
        </a:p>
      </dgm:t>
    </dgm:pt>
    <dgm:pt modelId="{489AFEAC-E0BA-4E8C-9B27-418C47E51FC5}" type="parTrans" cxnId="{52DEF818-E27C-4A9E-A05F-EF64E958F8CB}">
      <dgm:prSet/>
      <dgm:spPr/>
      <dgm:t>
        <a:bodyPr/>
        <a:lstStyle/>
        <a:p>
          <a:endParaRPr lang="en-US"/>
        </a:p>
      </dgm:t>
    </dgm:pt>
    <dgm:pt modelId="{8D090385-9216-4782-900B-C6B64061A5DA}" type="sibTrans" cxnId="{52DEF818-E27C-4A9E-A05F-EF64E958F8CB}">
      <dgm:prSet/>
      <dgm:spPr/>
      <dgm:t>
        <a:bodyPr/>
        <a:lstStyle/>
        <a:p>
          <a:endParaRPr lang="en-US"/>
        </a:p>
      </dgm:t>
    </dgm:pt>
    <dgm:pt modelId="{10AB06B7-1F7F-43A4-BB39-BE6520CB1ECC}" type="pres">
      <dgm:prSet presAssocID="{8A77B81C-1F3B-4F2B-8BC2-C6AB1A280601}" presName="root" presStyleCnt="0">
        <dgm:presLayoutVars>
          <dgm:dir/>
          <dgm:resizeHandles val="exact"/>
        </dgm:presLayoutVars>
      </dgm:prSet>
      <dgm:spPr/>
    </dgm:pt>
    <dgm:pt modelId="{B21BF23C-B88F-4D77-AAE1-3FC36E741C58}" type="pres">
      <dgm:prSet presAssocID="{F0496592-F561-4BF9-8010-882D2D7CFD48}" presName="compNode" presStyleCnt="0"/>
      <dgm:spPr/>
    </dgm:pt>
    <dgm:pt modelId="{5F6A3CFB-16EF-4D18-9589-449E7A827584}" type="pres">
      <dgm:prSet presAssocID="{F0496592-F561-4BF9-8010-882D2D7CFD48}" presName="iconBgRect" presStyleLbl="bgShp" presStyleIdx="0" presStyleCnt="2"/>
      <dgm:spPr/>
    </dgm:pt>
    <dgm:pt modelId="{35B0CD07-B9E8-45BD-8CC1-0D9B2207596A}" type="pres">
      <dgm:prSet presAssocID="{F0496592-F561-4BF9-8010-882D2D7CFD4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äng kontur"/>
        </a:ext>
      </dgm:extLst>
    </dgm:pt>
    <dgm:pt modelId="{A4446A47-339A-4683-8B7F-B97865DE5ABC}" type="pres">
      <dgm:prSet presAssocID="{F0496592-F561-4BF9-8010-882D2D7CFD48}" presName="spaceRect" presStyleCnt="0"/>
      <dgm:spPr/>
    </dgm:pt>
    <dgm:pt modelId="{7FE18C74-1B46-47C3-AA54-DA17F2908CE2}" type="pres">
      <dgm:prSet presAssocID="{F0496592-F561-4BF9-8010-882D2D7CFD48}" presName="textRect" presStyleLbl="revTx" presStyleIdx="0" presStyleCnt="2">
        <dgm:presLayoutVars>
          <dgm:chMax val="1"/>
          <dgm:chPref val="1"/>
        </dgm:presLayoutVars>
      </dgm:prSet>
      <dgm:spPr/>
    </dgm:pt>
    <dgm:pt modelId="{DFFC446B-13B2-4F9D-9FA4-4131180573AE}" type="pres">
      <dgm:prSet presAssocID="{D4AFB097-32C8-4D6A-89BA-D73304FA1CF6}" presName="sibTrans" presStyleCnt="0"/>
      <dgm:spPr/>
    </dgm:pt>
    <dgm:pt modelId="{7700E0E5-CD7A-4709-B4F7-FB9ADF7496EF}" type="pres">
      <dgm:prSet presAssocID="{91FD7856-F029-439D-A91F-DECBC01DC794}" presName="compNode" presStyleCnt="0"/>
      <dgm:spPr/>
    </dgm:pt>
    <dgm:pt modelId="{9B3DA1B2-C059-4C09-AEEE-376222F79C0B}" type="pres">
      <dgm:prSet presAssocID="{91FD7856-F029-439D-A91F-DECBC01DC794}" presName="iconBgRect" presStyleLbl="bgShp" presStyleIdx="1" presStyleCnt="2"/>
      <dgm:spPr/>
    </dgm:pt>
    <dgm:pt modelId="{982559CD-2944-4D26-A5D9-9B61D0C6BA99}" type="pres">
      <dgm:prSet presAssocID="{91FD7856-F029-439D-A91F-DECBC01DC79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ättvisans vågskålar kontur"/>
        </a:ext>
      </dgm:extLst>
    </dgm:pt>
    <dgm:pt modelId="{A01C0452-E369-42C9-8FBD-19647D7437D3}" type="pres">
      <dgm:prSet presAssocID="{91FD7856-F029-439D-A91F-DECBC01DC794}" presName="spaceRect" presStyleCnt="0"/>
      <dgm:spPr/>
    </dgm:pt>
    <dgm:pt modelId="{468EBDEE-6F36-4091-87F7-E176E0336203}" type="pres">
      <dgm:prSet presAssocID="{91FD7856-F029-439D-A91F-DECBC01DC79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2DEF818-E27C-4A9E-A05F-EF64E958F8CB}" srcId="{8A77B81C-1F3B-4F2B-8BC2-C6AB1A280601}" destId="{91FD7856-F029-439D-A91F-DECBC01DC794}" srcOrd="1" destOrd="0" parTransId="{489AFEAC-E0BA-4E8C-9B27-418C47E51FC5}" sibTransId="{8D090385-9216-4782-900B-C6B64061A5DA}"/>
    <dgm:cxn modelId="{33A8E73B-3A32-B544-9EE8-F7949C043490}" type="presOf" srcId="{8A77B81C-1F3B-4F2B-8BC2-C6AB1A280601}" destId="{10AB06B7-1F7F-43A4-BB39-BE6520CB1ECC}" srcOrd="0" destOrd="0" presId="urn:microsoft.com/office/officeart/2018/5/layout/IconCircleLabelList"/>
    <dgm:cxn modelId="{1FFF3792-ADDB-EE4A-AE45-0282E62FD8A9}" type="presOf" srcId="{F0496592-F561-4BF9-8010-882D2D7CFD48}" destId="{7FE18C74-1B46-47C3-AA54-DA17F2908CE2}" srcOrd="0" destOrd="0" presId="urn:microsoft.com/office/officeart/2018/5/layout/IconCircleLabelList"/>
    <dgm:cxn modelId="{382377D8-A0C1-4BFE-A86B-C80C97093CDE}" srcId="{8A77B81C-1F3B-4F2B-8BC2-C6AB1A280601}" destId="{F0496592-F561-4BF9-8010-882D2D7CFD48}" srcOrd="0" destOrd="0" parTransId="{445EC3B4-B150-442B-8A0F-3DE22683287D}" sibTransId="{D4AFB097-32C8-4D6A-89BA-D73304FA1CF6}"/>
    <dgm:cxn modelId="{659D0EE8-ABF0-8044-AC02-DF6FA316D719}" type="presOf" srcId="{91FD7856-F029-439D-A91F-DECBC01DC794}" destId="{468EBDEE-6F36-4091-87F7-E176E0336203}" srcOrd="0" destOrd="0" presId="urn:microsoft.com/office/officeart/2018/5/layout/IconCircleLabelList"/>
    <dgm:cxn modelId="{049F85FF-CBFA-0147-8400-241BFC66C6E6}" type="presParOf" srcId="{10AB06B7-1F7F-43A4-BB39-BE6520CB1ECC}" destId="{B21BF23C-B88F-4D77-AAE1-3FC36E741C58}" srcOrd="0" destOrd="0" presId="urn:microsoft.com/office/officeart/2018/5/layout/IconCircleLabelList"/>
    <dgm:cxn modelId="{F89117CC-F749-7C42-9700-19038E48ADB3}" type="presParOf" srcId="{B21BF23C-B88F-4D77-AAE1-3FC36E741C58}" destId="{5F6A3CFB-16EF-4D18-9589-449E7A827584}" srcOrd="0" destOrd="0" presId="urn:microsoft.com/office/officeart/2018/5/layout/IconCircleLabelList"/>
    <dgm:cxn modelId="{94752D34-52D4-1F4D-B224-5537D058FFDE}" type="presParOf" srcId="{B21BF23C-B88F-4D77-AAE1-3FC36E741C58}" destId="{35B0CD07-B9E8-45BD-8CC1-0D9B2207596A}" srcOrd="1" destOrd="0" presId="urn:microsoft.com/office/officeart/2018/5/layout/IconCircleLabelList"/>
    <dgm:cxn modelId="{3F565642-4D54-254D-86FE-48E96338045F}" type="presParOf" srcId="{B21BF23C-B88F-4D77-AAE1-3FC36E741C58}" destId="{A4446A47-339A-4683-8B7F-B97865DE5ABC}" srcOrd="2" destOrd="0" presId="urn:microsoft.com/office/officeart/2018/5/layout/IconCircleLabelList"/>
    <dgm:cxn modelId="{9FA0943D-4CA2-AB44-9471-96C36A02469B}" type="presParOf" srcId="{B21BF23C-B88F-4D77-AAE1-3FC36E741C58}" destId="{7FE18C74-1B46-47C3-AA54-DA17F2908CE2}" srcOrd="3" destOrd="0" presId="urn:microsoft.com/office/officeart/2018/5/layout/IconCircleLabelList"/>
    <dgm:cxn modelId="{E76AAE51-417E-524C-B86C-9C64AC0B480B}" type="presParOf" srcId="{10AB06B7-1F7F-43A4-BB39-BE6520CB1ECC}" destId="{DFFC446B-13B2-4F9D-9FA4-4131180573AE}" srcOrd="1" destOrd="0" presId="urn:microsoft.com/office/officeart/2018/5/layout/IconCircleLabelList"/>
    <dgm:cxn modelId="{D18C1565-57CE-5B47-96CF-D7BBA53892F1}" type="presParOf" srcId="{10AB06B7-1F7F-43A4-BB39-BE6520CB1ECC}" destId="{7700E0E5-CD7A-4709-B4F7-FB9ADF7496EF}" srcOrd="2" destOrd="0" presId="urn:microsoft.com/office/officeart/2018/5/layout/IconCircleLabelList"/>
    <dgm:cxn modelId="{930B9C23-FC01-3F48-A193-6AF31648DDDD}" type="presParOf" srcId="{7700E0E5-CD7A-4709-B4F7-FB9ADF7496EF}" destId="{9B3DA1B2-C059-4C09-AEEE-376222F79C0B}" srcOrd="0" destOrd="0" presId="urn:microsoft.com/office/officeart/2018/5/layout/IconCircleLabelList"/>
    <dgm:cxn modelId="{2A227EC2-EED4-1440-8060-ABA2014580E0}" type="presParOf" srcId="{7700E0E5-CD7A-4709-B4F7-FB9ADF7496EF}" destId="{982559CD-2944-4D26-A5D9-9B61D0C6BA99}" srcOrd="1" destOrd="0" presId="urn:microsoft.com/office/officeart/2018/5/layout/IconCircleLabelList"/>
    <dgm:cxn modelId="{12B5B1A8-8D2D-714C-AF09-9A22288ADBB3}" type="presParOf" srcId="{7700E0E5-CD7A-4709-B4F7-FB9ADF7496EF}" destId="{A01C0452-E369-42C9-8FBD-19647D7437D3}" srcOrd="2" destOrd="0" presId="urn:microsoft.com/office/officeart/2018/5/layout/IconCircleLabelList"/>
    <dgm:cxn modelId="{B7671A73-237D-EF44-A93E-23E1558E8FA8}" type="presParOf" srcId="{7700E0E5-CD7A-4709-B4F7-FB9ADF7496EF}" destId="{468EBDEE-6F36-4091-87F7-E176E033620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673903-24BC-4A6D-A66A-16A38D6FC892}">
      <dsp:nvSpPr>
        <dsp:cNvPr id="0" name=""/>
        <dsp:cNvSpPr/>
      </dsp:nvSpPr>
      <dsp:spPr>
        <a:xfrm>
          <a:off x="894711" y="846523"/>
          <a:ext cx="1260705" cy="126070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65282-4EEE-4BA4-B815-6CE9E58E0C89}">
      <dsp:nvSpPr>
        <dsp:cNvPr id="0" name=""/>
        <dsp:cNvSpPr/>
      </dsp:nvSpPr>
      <dsp:spPr>
        <a:xfrm>
          <a:off x="1163386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D7D20-B238-4BAC-A361-78774D9027A5}">
      <dsp:nvSpPr>
        <dsp:cNvPr id="0" name=""/>
        <dsp:cNvSpPr/>
      </dsp:nvSpPr>
      <dsp:spPr>
        <a:xfrm>
          <a:off x="491699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 Data processing</a:t>
          </a:r>
        </a:p>
      </dsp:txBody>
      <dsp:txXfrm>
        <a:off x="491699" y="2499907"/>
        <a:ext cx="2066729" cy="720000"/>
      </dsp:txXfrm>
    </dsp:sp>
    <dsp:sp modelId="{9F3C57F9-A90E-4163-BF29-8F30F72CEE7D}">
      <dsp:nvSpPr>
        <dsp:cNvPr id="0" name=""/>
        <dsp:cNvSpPr/>
      </dsp:nvSpPr>
      <dsp:spPr>
        <a:xfrm>
          <a:off x="3323118" y="846523"/>
          <a:ext cx="1260705" cy="126070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90231-20CA-4A78-8FCE-33A486763E82}">
      <dsp:nvSpPr>
        <dsp:cNvPr id="0" name=""/>
        <dsp:cNvSpPr/>
      </dsp:nvSpPr>
      <dsp:spPr>
        <a:xfrm>
          <a:off x="3591793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05BB8-BAC0-436C-A3ED-BB6DB6C25998}">
      <dsp:nvSpPr>
        <dsp:cNvPr id="0" name=""/>
        <dsp:cNvSpPr/>
      </dsp:nvSpPr>
      <dsp:spPr>
        <a:xfrm>
          <a:off x="2920106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/>
            <a:t>Create the model</a:t>
          </a:r>
        </a:p>
      </dsp:txBody>
      <dsp:txXfrm>
        <a:off x="2920106" y="2499907"/>
        <a:ext cx="2066729" cy="720000"/>
      </dsp:txXfrm>
    </dsp:sp>
    <dsp:sp modelId="{1C36B2F9-8B1D-4A7B-983F-5526B513C5CA}">
      <dsp:nvSpPr>
        <dsp:cNvPr id="0" name=""/>
        <dsp:cNvSpPr/>
      </dsp:nvSpPr>
      <dsp:spPr>
        <a:xfrm>
          <a:off x="5751526" y="846523"/>
          <a:ext cx="1260705" cy="126070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A747C-ED25-45F3-88AE-68F3A2E48381}">
      <dsp:nvSpPr>
        <dsp:cNvPr id="0" name=""/>
        <dsp:cNvSpPr/>
      </dsp:nvSpPr>
      <dsp:spPr>
        <a:xfrm>
          <a:off x="6020200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CEFBF-97DC-4335-BFD3-1A5D3D47AA5F}">
      <dsp:nvSpPr>
        <dsp:cNvPr id="0" name=""/>
        <dsp:cNvSpPr/>
      </dsp:nvSpPr>
      <dsp:spPr>
        <a:xfrm>
          <a:off x="5348513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u="none" kern="1200" dirty="0"/>
            <a:t>Train the model</a:t>
          </a:r>
        </a:p>
      </dsp:txBody>
      <dsp:txXfrm>
        <a:off x="5348513" y="2499907"/>
        <a:ext cx="2066729" cy="720000"/>
      </dsp:txXfrm>
    </dsp:sp>
    <dsp:sp modelId="{335E4695-802F-403A-831D-D037A8402EB5}">
      <dsp:nvSpPr>
        <dsp:cNvPr id="0" name=""/>
        <dsp:cNvSpPr/>
      </dsp:nvSpPr>
      <dsp:spPr>
        <a:xfrm>
          <a:off x="8179933" y="846523"/>
          <a:ext cx="1260705" cy="126070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1D42D5-C355-40D0-B779-926C5B34489B}">
      <dsp:nvSpPr>
        <dsp:cNvPr id="0" name=""/>
        <dsp:cNvSpPr/>
      </dsp:nvSpPr>
      <dsp:spPr>
        <a:xfrm>
          <a:off x="8448608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42EBE-51EE-4270-9136-411495CDD692}">
      <dsp:nvSpPr>
        <dsp:cNvPr id="0" name=""/>
        <dsp:cNvSpPr/>
      </dsp:nvSpPr>
      <dsp:spPr>
        <a:xfrm>
          <a:off x="7776921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u="none" kern="1200" dirty="0"/>
            <a:t>Visualizations &amp; Analysis</a:t>
          </a:r>
        </a:p>
      </dsp:txBody>
      <dsp:txXfrm>
        <a:off x="7776921" y="2499907"/>
        <a:ext cx="206672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B8F19-8CE1-4B70-90B8-40FBA8604382}">
      <dsp:nvSpPr>
        <dsp:cNvPr id="0" name=""/>
        <dsp:cNvSpPr/>
      </dsp:nvSpPr>
      <dsp:spPr>
        <a:xfrm>
          <a:off x="894711" y="846523"/>
          <a:ext cx="1260705" cy="126070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82BC6-0462-4661-9FCE-DB749BC1C060}">
      <dsp:nvSpPr>
        <dsp:cNvPr id="0" name=""/>
        <dsp:cNvSpPr/>
      </dsp:nvSpPr>
      <dsp:spPr>
        <a:xfrm>
          <a:off x="1163386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B403-163C-48C2-8BFC-841F80F3EE7D}">
      <dsp:nvSpPr>
        <dsp:cNvPr id="0" name=""/>
        <dsp:cNvSpPr/>
      </dsp:nvSpPr>
      <dsp:spPr>
        <a:xfrm>
          <a:off x="491699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Download data</a:t>
          </a:r>
        </a:p>
      </dsp:txBody>
      <dsp:txXfrm>
        <a:off x="491699" y="2499907"/>
        <a:ext cx="2066729" cy="720000"/>
      </dsp:txXfrm>
    </dsp:sp>
    <dsp:sp modelId="{EBFF024A-84E4-4E16-84F5-B0470D45D6DC}">
      <dsp:nvSpPr>
        <dsp:cNvPr id="0" name=""/>
        <dsp:cNvSpPr/>
      </dsp:nvSpPr>
      <dsp:spPr>
        <a:xfrm>
          <a:off x="3323118" y="846523"/>
          <a:ext cx="1260705" cy="126070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908EF1-A7BC-4372-A929-50A699854A69}">
      <dsp:nvSpPr>
        <dsp:cNvPr id="0" name=""/>
        <dsp:cNvSpPr/>
      </dsp:nvSpPr>
      <dsp:spPr>
        <a:xfrm>
          <a:off x="3591793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192DF-9516-4A9B-B38A-015F64054191}">
      <dsp:nvSpPr>
        <dsp:cNvPr id="0" name=""/>
        <dsp:cNvSpPr/>
      </dsp:nvSpPr>
      <dsp:spPr>
        <a:xfrm>
          <a:off x="2920106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Split data</a:t>
          </a:r>
        </a:p>
      </dsp:txBody>
      <dsp:txXfrm>
        <a:off x="2920106" y="2499907"/>
        <a:ext cx="2066729" cy="720000"/>
      </dsp:txXfrm>
    </dsp:sp>
    <dsp:sp modelId="{E96A9A34-677F-4033-97E9-10271D678CBB}">
      <dsp:nvSpPr>
        <dsp:cNvPr id="0" name=""/>
        <dsp:cNvSpPr/>
      </dsp:nvSpPr>
      <dsp:spPr>
        <a:xfrm>
          <a:off x="5751526" y="846523"/>
          <a:ext cx="1260705" cy="126070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2D87B-33FD-403C-B71C-3B456CFB8ED4}">
      <dsp:nvSpPr>
        <dsp:cNvPr id="0" name=""/>
        <dsp:cNvSpPr/>
      </dsp:nvSpPr>
      <dsp:spPr>
        <a:xfrm>
          <a:off x="6020200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E46E7-0158-4B87-BA93-B51CCFEF9B9F}">
      <dsp:nvSpPr>
        <dsp:cNvPr id="0" name=""/>
        <dsp:cNvSpPr/>
      </dsp:nvSpPr>
      <dsp:spPr>
        <a:xfrm>
          <a:off x="5348513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Resize images to same size</a:t>
          </a:r>
        </a:p>
      </dsp:txBody>
      <dsp:txXfrm>
        <a:off x="5348513" y="2499907"/>
        <a:ext cx="2066729" cy="720000"/>
      </dsp:txXfrm>
    </dsp:sp>
    <dsp:sp modelId="{AE56CC8C-2EA9-4487-8ACD-D636ECC91151}">
      <dsp:nvSpPr>
        <dsp:cNvPr id="0" name=""/>
        <dsp:cNvSpPr/>
      </dsp:nvSpPr>
      <dsp:spPr>
        <a:xfrm>
          <a:off x="8179933" y="846523"/>
          <a:ext cx="1260705" cy="126070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E8564-64B6-466F-8578-2A31F6CAE8C2}">
      <dsp:nvSpPr>
        <dsp:cNvPr id="0" name=""/>
        <dsp:cNvSpPr/>
      </dsp:nvSpPr>
      <dsp:spPr>
        <a:xfrm>
          <a:off x="8448608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3E5ED-00E5-436C-A80B-5461073A7429}">
      <dsp:nvSpPr>
        <dsp:cNvPr id="0" name=""/>
        <dsp:cNvSpPr/>
      </dsp:nvSpPr>
      <dsp:spPr>
        <a:xfrm>
          <a:off x="7776921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Create dataloaders</a:t>
          </a:r>
        </a:p>
      </dsp:txBody>
      <dsp:txXfrm>
        <a:off x="7776921" y="2499907"/>
        <a:ext cx="206672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BB762F-0E97-46AC-A4B7-32521BF25E42}">
      <dsp:nvSpPr>
        <dsp:cNvPr id="0" name=""/>
        <dsp:cNvSpPr/>
      </dsp:nvSpPr>
      <dsp:spPr>
        <a:xfrm>
          <a:off x="0" y="1871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2DCA1-C462-4F7B-8CF0-F7EE565D2490}">
      <dsp:nvSpPr>
        <dsp:cNvPr id="0" name=""/>
        <dsp:cNvSpPr/>
      </dsp:nvSpPr>
      <dsp:spPr>
        <a:xfrm>
          <a:off x="241286" y="181341"/>
          <a:ext cx="438702" cy="4387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7C1CC-37E7-40A4-AEE4-4895E68FBFCA}">
      <dsp:nvSpPr>
        <dsp:cNvPr id="0" name=""/>
        <dsp:cNvSpPr/>
      </dsp:nvSpPr>
      <dsp:spPr>
        <a:xfrm>
          <a:off x="921274" y="1871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number of classes</a:t>
          </a:r>
        </a:p>
      </dsp:txBody>
      <dsp:txXfrm>
        <a:off x="921274" y="1871"/>
        <a:ext cx="6028165" cy="797640"/>
      </dsp:txXfrm>
    </dsp:sp>
    <dsp:sp modelId="{65BF9B5B-7C1E-4EBC-A187-264EDA204C24}">
      <dsp:nvSpPr>
        <dsp:cNvPr id="0" name=""/>
        <dsp:cNvSpPr/>
      </dsp:nvSpPr>
      <dsp:spPr>
        <a:xfrm>
          <a:off x="0" y="998922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C4E01F-CFCE-4D52-8409-79A9C730CD1A}">
      <dsp:nvSpPr>
        <dsp:cNvPr id="0" name=""/>
        <dsp:cNvSpPr/>
      </dsp:nvSpPr>
      <dsp:spPr>
        <a:xfrm>
          <a:off x="241286" y="1178391"/>
          <a:ext cx="438702" cy="4387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F8CD1-75C7-4EF1-9303-8AFECEE61CE1}">
      <dsp:nvSpPr>
        <dsp:cNvPr id="0" name=""/>
        <dsp:cNvSpPr/>
      </dsp:nvSpPr>
      <dsp:spPr>
        <a:xfrm>
          <a:off x="921274" y="998922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input layers</a:t>
          </a:r>
        </a:p>
      </dsp:txBody>
      <dsp:txXfrm>
        <a:off x="921274" y="998922"/>
        <a:ext cx="6028165" cy="797640"/>
      </dsp:txXfrm>
    </dsp:sp>
    <dsp:sp modelId="{A80A4DA2-3299-453F-B74C-62953A09E8DB}">
      <dsp:nvSpPr>
        <dsp:cNvPr id="0" name=""/>
        <dsp:cNvSpPr/>
      </dsp:nvSpPr>
      <dsp:spPr>
        <a:xfrm>
          <a:off x="0" y="199597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ED8562-CCEC-415F-9EAB-8F2B7661E36E}">
      <dsp:nvSpPr>
        <dsp:cNvPr id="0" name=""/>
        <dsp:cNvSpPr/>
      </dsp:nvSpPr>
      <dsp:spPr>
        <a:xfrm>
          <a:off x="241286" y="2175442"/>
          <a:ext cx="438702" cy="4387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D19AA4-D3A5-4C43-B0DA-ECBA5BD8BB5F}">
      <dsp:nvSpPr>
        <dsp:cNvPr id="0" name=""/>
        <dsp:cNvSpPr/>
      </dsp:nvSpPr>
      <dsp:spPr>
        <a:xfrm>
          <a:off x="921274" y="199597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output layer</a:t>
          </a:r>
        </a:p>
      </dsp:txBody>
      <dsp:txXfrm>
        <a:off x="921274" y="1995973"/>
        <a:ext cx="6028165" cy="797640"/>
      </dsp:txXfrm>
    </dsp:sp>
    <dsp:sp modelId="{C7B8E53C-561D-44AD-B589-0641BFE7495D}">
      <dsp:nvSpPr>
        <dsp:cNvPr id="0" name=""/>
        <dsp:cNvSpPr/>
      </dsp:nvSpPr>
      <dsp:spPr>
        <a:xfrm>
          <a:off x="0" y="299302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A3438-3E0A-4099-AE12-62B2DFD38E6A}">
      <dsp:nvSpPr>
        <dsp:cNvPr id="0" name=""/>
        <dsp:cNvSpPr/>
      </dsp:nvSpPr>
      <dsp:spPr>
        <a:xfrm>
          <a:off x="241286" y="3172493"/>
          <a:ext cx="438702" cy="4387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68D32-F76C-4E5C-94AD-762E57552CDD}">
      <dsp:nvSpPr>
        <dsp:cNvPr id="0" name=""/>
        <dsp:cNvSpPr/>
      </dsp:nvSpPr>
      <dsp:spPr>
        <a:xfrm>
          <a:off x="921274" y="299302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forward pass</a:t>
          </a:r>
        </a:p>
      </dsp:txBody>
      <dsp:txXfrm>
        <a:off x="921274" y="2993024"/>
        <a:ext cx="6028165" cy="797640"/>
      </dsp:txXfrm>
    </dsp:sp>
    <dsp:sp modelId="{841BB02A-B0B9-42E3-A7FF-2A96E7C9EA4E}">
      <dsp:nvSpPr>
        <dsp:cNvPr id="0" name=""/>
        <dsp:cNvSpPr/>
      </dsp:nvSpPr>
      <dsp:spPr>
        <a:xfrm>
          <a:off x="0" y="399007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FA9D8-1C3E-43FA-ABB0-4D63C2586DDB}">
      <dsp:nvSpPr>
        <dsp:cNvPr id="0" name=""/>
        <dsp:cNvSpPr/>
      </dsp:nvSpPr>
      <dsp:spPr>
        <a:xfrm>
          <a:off x="241286" y="4169543"/>
          <a:ext cx="438702" cy="4387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B5A42-6288-4AFB-A22A-142BE4DEABD3}">
      <dsp:nvSpPr>
        <dsp:cNvPr id="0" name=""/>
        <dsp:cNvSpPr/>
      </dsp:nvSpPr>
      <dsp:spPr>
        <a:xfrm>
          <a:off x="921274" y="399007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loss function</a:t>
          </a:r>
        </a:p>
      </dsp:txBody>
      <dsp:txXfrm>
        <a:off x="921274" y="3990074"/>
        <a:ext cx="6028165" cy="797640"/>
      </dsp:txXfrm>
    </dsp:sp>
    <dsp:sp modelId="{78F56216-166F-4806-9751-F34AF0C3045A}">
      <dsp:nvSpPr>
        <dsp:cNvPr id="0" name=""/>
        <dsp:cNvSpPr/>
      </dsp:nvSpPr>
      <dsp:spPr>
        <a:xfrm>
          <a:off x="0" y="4987125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0AF428-8E0E-480D-91FE-8FDF3281A19D}">
      <dsp:nvSpPr>
        <dsp:cNvPr id="0" name=""/>
        <dsp:cNvSpPr/>
      </dsp:nvSpPr>
      <dsp:spPr>
        <a:xfrm>
          <a:off x="241286" y="5166594"/>
          <a:ext cx="438702" cy="4387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9B1C96-E9CC-4919-A83D-C5BCF202AA99}">
      <dsp:nvSpPr>
        <dsp:cNvPr id="0" name=""/>
        <dsp:cNvSpPr/>
      </dsp:nvSpPr>
      <dsp:spPr>
        <a:xfrm>
          <a:off x="921274" y="4987125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Define learning rate</a:t>
          </a:r>
        </a:p>
      </dsp:txBody>
      <dsp:txXfrm>
        <a:off x="921274" y="4987125"/>
        <a:ext cx="6028165" cy="797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A3CFB-16EF-4D18-9589-449E7A827584}">
      <dsp:nvSpPr>
        <dsp:cNvPr id="0" name=""/>
        <dsp:cNvSpPr/>
      </dsp:nvSpPr>
      <dsp:spPr>
        <a:xfrm>
          <a:off x="894711" y="846523"/>
          <a:ext cx="1260705" cy="126070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0CD07-B9E8-45BD-8CC1-0D9B2207596A}">
      <dsp:nvSpPr>
        <dsp:cNvPr id="0" name=""/>
        <dsp:cNvSpPr/>
      </dsp:nvSpPr>
      <dsp:spPr>
        <a:xfrm>
          <a:off x="1163386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18C74-1B46-47C3-AA54-DA17F2908CE2}">
      <dsp:nvSpPr>
        <dsp:cNvPr id="0" name=""/>
        <dsp:cNvSpPr/>
      </dsp:nvSpPr>
      <dsp:spPr>
        <a:xfrm>
          <a:off x="491699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LOOP TRAINING DATA</a:t>
          </a:r>
        </a:p>
      </dsp:txBody>
      <dsp:txXfrm>
        <a:off x="491699" y="2499907"/>
        <a:ext cx="2066729" cy="720000"/>
      </dsp:txXfrm>
    </dsp:sp>
    <dsp:sp modelId="{9B3DA1B2-C059-4C09-AEEE-376222F79C0B}">
      <dsp:nvSpPr>
        <dsp:cNvPr id="0" name=""/>
        <dsp:cNvSpPr/>
      </dsp:nvSpPr>
      <dsp:spPr>
        <a:xfrm>
          <a:off x="3323118" y="846523"/>
          <a:ext cx="1260705" cy="126070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559CD-2944-4D26-A5D9-9B61D0C6BA99}">
      <dsp:nvSpPr>
        <dsp:cNvPr id="0" name=""/>
        <dsp:cNvSpPr/>
      </dsp:nvSpPr>
      <dsp:spPr>
        <a:xfrm>
          <a:off x="3591793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EBDEE-6F36-4091-87F7-E176E0336203}">
      <dsp:nvSpPr>
        <dsp:cNvPr id="0" name=""/>
        <dsp:cNvSpPr/>
      </dsp:nvSpPr>
      <dsp:spPr>
        <a:xfrm>
          <a:off x="2920106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FORWARD PASS</a:t>
          </a:r>
        </a:p>
      </dsp:txBody>
      <dsp:txXfrm>
        <a:off x="2920106" y="2499907"/>
        <a:ext cx="2066729" cy="720000"/>
      </dsp:txXfrm>
    </dsp:sp>
    <dsp:sp modelId="{465094E1-7C75-4B97-8F2F-5B92118B6941}">
      <dsp:nvSpPr>
        <dsp:cNvPr id="0" name=""/>
        <dsp:cNvSpPr/>
      </dsp:nvSpPr>
      <dsp:spPr>
        <a:xfrm>
          <a:off x="5751526" y="846523"/>
          <a:ext cx="1260705" cy="126070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890AE-EDA0-4DDA-8321-314317E960AF}">
      <dsp:nvSpPr>
        <dsp:cNvPr id="0" name=""/>
        <dsp:cNvSpPr/>
      </dsp:nvSpPr>
      <dsp:spPr>
        <a:xfrm>
          <a:off x="6020200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57825-7913-4430-86CF-22EC48ADFB1A}">
      <dsp:nvSpPr>
        <dsp:cNvPr id="0" name=""/>
        <dsp:cNvSpPr/>
      </dsp:nvSpPr>
      <dsp:spPr>
        <a:xfrm>
          <a:off x="5348513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BACKWARD PASS</a:t>
          </a:r>
        </a:p>
      </dsp:txBody>
      <dsp:txXfrm>
        <a:off x="5348513" y="2499907"/>
        <a:ext cx="2066729" cy="720000"/>
      </dsp:txXfrm>
    </dsp:sp>
    <dsp:sp modelId="{F8713756-1A13-4E6D-BC02-8B0E60B4B368}">
      <dsp:nvSpPr>
        <dsp:cNvPr id="0" name=""/>
        <dsp:cNvSpPr/>
      </dsp:nvSpPr>
      <dsp:spPr>
        <a:xfrm>
          <a:off x="8179933" y="846523"/>
          <a:ext cx="1260705" cy="126070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82F9F-61CA-4429-A8F9-989EBFE815B4}">
      <dsp:nvSpPr>
        <dsp:cNvPr id="0" name=""/>
        <dsp:cNvSpPr/>
      </dsp:nvSpPr>
      <dsp:spPr>
        <a:xfrm>
          <a:off x="8448608" y="1115198"/>
          <a:ext cx="723355" cy="723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873FC-E16B-4766-A6D8-F678713F0A26}">
      <dsp:nvSpPr>
        <dsp:cNvPr id="0" name=""/>
        <dsp:cNvSpPr/>
      </dsp:nvSpPr>
      <dsp:spPr>
        <a:xfrm>
          <a:off x="7776921" y="2499907"/>
          <a:ext cx="206672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STORE LOSSES &amp; ACCURACIES</a:t>
          </a:r>
        </a:p>
      </dsp:txBody>
      <dsp:txXfrm>
        <a:off x="7776921" y="2499907"/>
        <a:ext cx="206672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6A3CFB-16EF-4D18-9589-449E7A827584}">
      <dsp:nvSpPr>
        <dsp:cNvPr id="0" name=""/>
        <dsp:cNvSpPr/>
      </dsp:nvSpPr>
      <dsp:spPr>
        <a:xfrm>
          <a:off x="1954675" y="233215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0CD07-B9E8-45BD-8CC1-0D9B2207596A}">
      <dsp:nvSpPr>
        <dsp:cNvPr id="0" name=""/>
        <dsp:cNvSpPr/>
      </dsp:nvSpPr>
      <dsp:spPr>
        <a:xfrm>
          <a:off x="2422675" y="701215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18C74-1B46-47C3-AA54-DA17F2908CE2}">
      <dsp:nvSpPr>
        <dsp:cNvPr id="0" name=""/>
        <dsp:cNvSpPr/>
      </dsp:nvSpPr>
      <dsp:spPr>
        <a:xfrm>
          <a:off x="1252675" y="311321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True LABELS VS PREDICTED LABELS</a:t>
          </a:r>
          <a:endParaRPr lang="en-US" sz="2300" kern="1200" dirty="0"/>
        </a:p>
      </dsp:txBody>
      <dsp:txXfrm>
        <a:off x="1252675" y="3113215"/>
        <a:ext cx="3600000" cy="720000"/>
      </dsp:txXfrm>
    </dsp:sp>
    <dsp:sp modelId="{9B3DA1B2-C059-4C09-AEEE-376222F79C0B}">
      <dsp:nvSpPr>
        <dsp:cNvPr id="0" name=""/>
        <dsp:cNvSpPr/>
      </dsp:nvSpPr>
      <dsp:spPr>
        <a:xfrm>
          <a:off x="6184675" y="233215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559CD-2944-4D26-A5D9-9B61D0C6BA99}">
      <dsp:nvSpPr>
        <dsp:cNvPr id="0" name=""/>
        <dsp:cNvSpPr/>
      </dsp:nvSpPr>
      <dsp:spPr>
        <a:xfrm>
          <a:off x="6652675" y="701215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EBDEE-6F36-4091-87F7-E176E0336203}">
      <dsp:nvSpPr>
        <dsp:cNvPr id="0" name=""/>
        <dsp:cNvSpPr/>
      </dsp:nvSpPr>
      <dsp:spPr>
        <a:xfrm>
          <a:off x="5482675" y="311321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COMPARE RESULTS FOR DIFFERENT LABELS</a:t>
          </a:r>
          <a:endParaRPr lang="en-US" sz="2300" kern="1200" dirty="0"/>
        </a:p>
      </dsp:txBody>
      <dsp:txXfrm>
        <a:off x="5482675" y="311321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7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0">
            <a:extLst>
              <a:ext uri="{FF2B5EF4-FFF2-40B4-BE49-F238E27FC236}">
                <a16:creationId xmlns:a16="http://schemas.microsoft.com/office/drawing/2014/main" id="{D1BA7680-B1FB-4B6B-2155-45DD5D6C4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n mängd anslutna punkter i ett nät">
            <a:extLst>
              <a:ext uri="{FF2B5EF4-FFF2-40B4-BE49-F238E27FC236}">
                <a16:creationId xmlns:a16="http://schemas.microsoft.com/office/drawing/2014/main" id="{82D63CAC-4A88-5582-9971-0512211737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94" t="9091" r="18183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26" name="Rectangle 22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32383"/>
            <a:ext cx="12192000" cy="452561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8E134B8-7DAA-41F0-A98A-3802214B3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n-US" sz="6000" b="0" dirty="0">
                <a:solidFill>
                  <a:srgbClr val="FFFFFF"/>
                </a:solidFill>
                <a:latin typeface="Century Gothic" panose="020B0502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Image Classification using PyTorch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8BF7F97-97C6-BBA5-D3A2-CFEF7B66A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>
            <a:normAutofit/>
          </a:bodyPr>
          <a:lstStyle/>
          <a:p>
            <a:pPr algn="l"/>
            <a:r>
              <a:rPr lang="en-US" sz="240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Leo Hermansson</a:t>
            </a:r>
          </a:p>
        </p:txBody>
      </p:sp>
    </p:spTree>
    <p:extLst>
      <p:ext uri="{BB962C8B-B14F-4D97-AF65-F5344CB8AC3E}">
        <p14:creationId xmlns:p14="http://schemas.microsoft.com/office/powerpoint/2010/main" val="3671451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5F573B8-BC4B-447F-5899-CDE02216B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Century Gothic" panose="020B0502020202020204" pitchFamily="34" charset="0"/>
              </a:rPr>
              <a:t>Contents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7F1FBEDD-76B5-CFC1-E659-717C96C70250}"/>
              </a:ext>
            </a:extLst>
          </p:cNvPr>
          <p:cNvSpPr txBox="1"/>
          <p:nvPr/>
        </p:nvSpPr>
        <p:spPr>
          <a:xfrm>
            <a:off x="6888480" y="1092892"/>
            <a:ext cx="4852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graphicFrame>
        <p:nvGraphicFramePr>
          <p:cNvPr id="13" name="textruta 7">
            <a:extLst>
              <a:ext uri="{FF2B5EF4-FFF2-40B4-BE49-F238E27FC236}">
                <a16:creationId xmlns:a16="http://schemas.microsoft.com/office/drawing/2014/main" id="{680E66C0-DED8-4AD7-CC43-A83E4013E2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117742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602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7394F60-61E7-780D-DCDB-0E71002C5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Century Gothic" panose="020B0502020202020204" pitchFamily="34" charset="0"/>
              </a:rPr>
              <a:t>Data Processing</a:t>
            </a:r>
          </a:p>
        </p:txBody>
      </p:sp>
      <p:graphicFrame>
        <p:nvGraphicFramePr>
          <p:cNvPr id="6" name="textruta 3">
            <a:extLst>
              <a:ext uri="{FF2B5EF4-FFF2-40B4-BE49-F238E27FC236}">
                <a16:creationId xmlns:a16="http://schemas.microsoft.com/office/drawing/2014/main" id="{97F55111-9BE3-BABB-8A09-C4E8BF26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5283574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789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E0A64A0-6AC8-1A37-CCE2-2185AE144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233561"/>
            <a:ext cx="7588155" cy="2621154"/>
          </a:xfrm>
        </p:spPr>
        <p:txBody>
          <a:bodyPr/>
          <a:lstStyle/>
          <a:p>
            <a:r>
              <a:rPr lang="en-US" dirty="0"/>
              <a:t>Download data</a:t>
            </a:r>
          </a:p>
        </p:txBody>
      </p:sp>
      <p:pic>
        <p:nvPicPr>
          <p:cNvPr id="4" name="Bildobjekt 3" descr="En bild som visar text, Teckensnitt, linje, skärmbild&#10;&#10;AI-genererat innehåll kan vara felaktigt.">
            <a:extLst>
              <a:ext uri="{FF2B5EF4-FFF2-40B4-BE49-F238E27FC236}">
                <a16:creationId xmlns:a16="http://schemas.microsoft.com/office/drawing/2014/main" id="{0DB08862-C53C-3E2B-1392-41C66AA72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688" y="3290143"/>
            <a:ext cx="7772400" cy="122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8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976732B-530A-1FB1-FF06-C02663896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-1494972"/>
            <a:ext cx="7588155" cy="2621154"/>
          </a:xfrm>
        </p:spPr>
        <p:txBody>
          <a:bodyPr/>
          <a:lstStyle/>
          <a:p>
            <a:r>
              <a:rPr lang="en-US" dirty="0"/>
              <a:t>Split data</a:t>
            </a: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4D9D2C17-2168-EB67-BC66-9EED5ABB8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70" y="1413459"/>
            <a:ext cx="5432659" cy="511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45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F78F9-549E-569E-1C67-A61A52E0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51C483F-899B-A9EE-7CC1-D5214C4644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-1494972"/>
            <a:ext cx="7588155" cy="2621154"/>
          </a:xfrm>
        </p:spPr>
        <p:txBody>
          <a:bodyPr/>
          <a:lstStyle/>
          <a:p>
            <a:r>
              <a:rPr lang="en-US"/>
              <a:t>Split data</a:t>
            </a:r>
            <a:endParaRPr lang="en-US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BD72B781-02DA-C750-529F-7976559F4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78" y="1501568"/>
            <a:ext cx="2333522" cy="1549306"/>
          </a:xfrm>
          <a:prstGeom prst="rect">
            <a:avLst/>
          </a:prstGeom>
        </p:spPr>
      </p:pic>
      <p:pic>
        <p:nvPicPr>
          <p:cNvPr id="11" name="Bildobjekt 10" descr="En bild som visar text, Teckensnitt, skärmbild, diagram&#10;&#10;AI-genererat innehåll kan vara felaktigt.">
            <a:extLst>
              <a:ext uri="{FF2B5EF4-FFF2-40B4-BE49-F238E27FC236}">
                <a16:creationId xmlns:a16="http://schemas.microsoft.com/office/drawing/2014/main" id="{311F90A1-0201-5436-A0B7-A03DAB7E8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78" y="3286505"/>
            <a:ext cx="4982692" cy="1358115"/>
          </a:xfrm>
          <a:prstGeom prst="rect">
            <a:avLst/>
          </a:prstGeom>
        </p:spPr>
      </p:pic>
      <p:pic>
        <p:nvPicPr>
          <p:cNvPr id="13" name="Bildobjekt 12" descr="En bild som visar skärmbild, text, diagram, Electric blue&#10;&#10;AI-genererat innehåll kan vara felaktigt.">
            <a:extLst>
              <a:ext uri="{FF2B5EF4-FFF2-40B4-BE49-F238E27FC236}">
                <a16:creationId xmlns:a16="http://schemas.microsoft.com/office/drawing/2014/main" id="{AF2DAA17-3AEB-BBAE-BC1C-74E988DDD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578" y="1501568"/>
            <a:ext cx="4035046" cy="1790701"/>
          </a:xfrm>
          <a:prstGeom prst="rect">
            <a:avLst/>
          </a:prstGeom>
        </p:spPr>
      </p:pic>
      <p:pic>
        <p:nvPicPr>
          <p:cNvPr id="17" name="Bildobjekt 16" descr="En bild som visar text, skärmbild&#10;&#10;AI-genererat innehåll kan vara felaktigt.">
            <a:extLst>
              <a:ext uri="{FF2B5EF4-FFF2-40B4-BE49-F238E27FC236}">
                <a16:creationId xmlns:a16="http://schemas.microsoft.com/office/drawing/2014/main" id="{5CA0936F-2596-BDE4-BEAD-0C7203A31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565" y="4814659"/>
            <a:ext cx="4663059" cy="1925437"/>
          </a:xfrm>
          <a:prstGeom prst="rect">
            <a:avLst/>
          </a:prstGeom>
        </p:spPr>
      </p:pic>
      <p:pic>
        <p:nvPicPr>
          <p:cNvPr id="4" name="Bildobjekt 3" descr="En bild som visar text, Teckensnitt, nummer, Graf&#10;&#10;AI-genererat innehåll kan vara felaktigt.">
            <a:extLst>
              <a:ext uri="{FF2B5EF4-FFF2-40B4-BE49-F238E27FC236}">
                <a16:creationId xmlns:a16="http://schemas.microsoft.com/office/drawing/2014/main" id="{F57804BC-1ADD-A562-F0AA-A3183E58B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9924" y="3292269"/>
            <a:ext cx="4447700" cy="12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6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1E147BF-A2FE-BB3E-4E90-212A5FCCC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9" y="548638"/>
            <a:ext cx="3493008" cy="57881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Century Gothic" panose="020B0502020202020204" pitchFamily="34" charset="0"/>
              </a:rPr>
              <a:t>Create the model</a:t>
            </a:r>
          </a:p>
        </p:txBody>
      </p:sp>
      <p:graphicFrame>
        <p:nvGraphicFramePr>
          <p:cNvPr id="14" name="textruta 4">
            <a:extLst>
              <a:ext uri="{FF2B5EF4-FFF2-40B4-BE49-F238E27FC236}">
                <a16:creationId xmlns:a16="http://schemas.microsoft.com/office/drawing/2014/main" id="{84EA47D1-2ACE-4EED-4446-A76EFFDCEF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881442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9348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260CD72-7914-D665-5AC2-873E92A97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74" y="1635260"/>
            <a:ext cx="3348297" cy="2241755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latin typeface="Century Gothic" panose="020B0502020202020204" pitchFamily="34" charset="0"/>
              </a:rPr>
              <a:t>Create the model</a:t>
            </a:r>
          </a:p>
        </p:txBody>
      </p:sp>
      <p:pic>
        <p:nvPicPr>
          <p:cNvPr id="5" name="Bildobjekt 4" descr="En bild som visar text, skärmbild, dokument, meny&#10;&#10;AI-genererat innehåll kan vara felaktigt.">
            <a:extLst>
              <a:ext uri="{FF2B5EF4-FFF2-40B4-BE49-F238E27FC236}">
                <a16:creationId xmlns:a16="http://schemas.microsoft.com/office/drawing/2014/main" id="{AED7079B-AC2A-FA86-223E-7871858D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910" y="394504"/>
            <a:ext cx="3540157" cy="5323544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B037799A-3DFA-7EEF-C66F-3D11E76A5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10" y="6110224"/>
            <a:ext cx="40259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86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08F70-999B-2F86-3E82-D743A2457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37FDD39-9A7F-E027-E266-4DB9231EC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Century Gothic" panose="020B0502020202020204" pitchFamily="34" charset="0"/>
              </a:rPr>
              <a:t>Train the model</a:t>
            </a:r>
          </a:p>
        </p:txBody>
      </p:sp>
      <p:graphicFrame>
        <p:nvGraphicFramePr>
          <p:cNvPr id="6" name="textruta 3">
            <a:extLst>
              <a:ext uri="{FF2B5EF4-FFF2-40B4-BE49-F238E27FC236}">
                <a16:creationId xmlns:a16="http://schemas.microsoft.com/office/drawing/2014/main" id="{C11180BC-7EBA-AC1C-7656-44CADAB55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7507449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457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8ECB335-5FC8-6420-CF56-EDEFA115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AA016E8-1F6E-EFC2-5165-D46D9BB06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361" y="643467"/>
            <a:ext cx="11402404" cy="136313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entury Gothic" panose="020B0502020202020204" pitchFamily="34" charset="0"/>
              </a:rPr>
              <a:t>Train the model</a:t>
            </a:r>
          </a:p>
        </p:txBody>
      </p:sp>
      <p:pic>
        <p:nvPicPr>
          <p:cNvPr id="9" name="Bildobjekt 8" descr="En bild som visar text, skärmbild, dokument&#10;&#10;AI-genererat innehåll kan vara felaktigt.">
            <a:extLst>
              <a:ext uri="{FF2B5EF4-FFF2-40B4-BE49-F238E27FC236}">
                <a16:creationId xmlns:a16="http://schemas.microsoft.com/office/drawing/2014/main" id="{7F09F1BF-448E-1399-C3F1-CE47F9CE7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494" y="2112588"/>
            <a:ext cx="3398271" cy="3962999"/>
          </a:xfrm>
          <a:prstGeom prst="rect">
            <a:avLst/>
          </a:prstGeom>
        </p:spPr>
      </p:pic>
      <p:pic>
        <p:nvPicPr>
          <p:cNvPr id="5" name="Bildobjekt 4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AD6FF31E-7435-43DC-22AB-A1F70C8C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61" y="2283276"/>
            <a:ext cx="3398271" cy="2769591"/>
          </a:xfrm>
          <a:prstGeom prst="rect">
            <a:avLst/>
          </a:prstGeom>
        </p:spPr>
      </p:pic>
      <p:pic>
        <p:nvPicPr>
          <p:cNvPr id="7" name="Bildobjekt 6" descr="En bild som visar text, skärmbild, Teckensnitt&#10;&#10;AI-genererat innehåll kan vara felaktigt.">
            <a:extLst>
              <a:ext uri="{FF2B5EF4-FFF2-40B4-BE49-F238E27FC236}">
                <a16:creationId xmlns:a16="http://schemas.microsoft.com/office/drawing/2014/main" id="{9D5840EE-E139-0F2F-76C7-873FC07B3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772" y="2409354"/>
            <a:ext cx="3648456" cy="251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6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FF351-6DF4-EAFE-D0D0-4AA29E64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259DC4C-F337-1910-A48B-82B99E07F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6599BB3-9D3B-7C59-574E-5B57002AE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8640"/>
            <a:ext cx="9160475" cy="1132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Visualizations &amp; Analysis</a:t>
            </a:r>
            <a:endParaRPr lang="en-US" sz="3600" b="1" kern="12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textruta 3">
            <a:extLst>
              <a:ext uri="{FF2B5EF4-FFF2-40B4-BE49-F238E27FC236}">
                <a16:creationId xmlns:a16="http://schemas.microsoft.com/office/drawing/2014/main" id="{D59959B5-89AE-EEC0-555A-1B5BFBDA2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830998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083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E8850-0029-72C8-3199-B76349DE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5A92A98-187D-1D81-86FD-8D40CC69B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EBEE2D1-922C-EC55-4DDC-0A205152C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940" y="473829"/>
            <a:ext cx="11294162" cy="117025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/>
              <a:t>Visualizations &amp; Analysis</a:t>
            </a:r>
            <a:endParaRPr lang="en-US" b="1" kern="1200">
              <a:latin typeface="Century Gothic" panose="020B0502020202020204" pitchFamily="34" charset="0"/>
            </a:endParaRPr>
          </a:p>
        </p:txBody>
      </p:sp>
      <p:pic>
        <p:nvPicPr>
          <p:cNvPr id="7" name="Bildobjekt 6" descr="En bild som visar text, skärmbild&#10;&#10;AI-genererat innehåll kan vara felaktigt.">
            <a:extLst>
              <a:ext uri="{FF2B5EF4-FFF2-40B4-BE49-F238E27FC236}">
                <a16:creationId xmlns:a16="http://schemas.microsoft.com/office/drawing/2014/main" id="{57B73751-DBDC-613B-C061-40CDDA986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28" y="2296198"/>
            <a:ext cx="6020160" cy="3070281"/>
          </a:xfrm>
          <a:prstGeom prst="rect">
            <a:avLst/>
          </a:prstGeom>
        </p:spPr>
      </p:pic>
      <p:pic>
        <p:nvPicPr>
          <p:cNvPr id="4" name="Bildobjekt 3" descr="En bild som visar linje, Graf, diagram&#10;&#10;AI-genererat innehåll kan vara felaktigt.">
            <a:extLst>
              <a:ext uri="{FF2B5EF4-FFF2-40B4-BE49-F238E27FC236}">
                <a16:creationId xmlns:a16="http://schemas.microsoft.com/office/drawing/2014/main" id="{E643CE80-32A6-5145-4F84-36293FC8F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448" y="2485883"/>
            <a:ext cx="5559552" cy="176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07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F2C0E-15B0-B702-D2EF-19B70337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33CA1B3-67AD-FEB4-E06F-808331E46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600"/>
              <a:t>Visualizations &amp; Analysis</a:t>
            </a:r>
            <a:endParaRPr lang="en-US" sz="3600" b="1" kern="1200">
              <a:latin typeface="Century Gothic" panose="020B0502020202020204" pitchFamily="34" charset="0"/>
            </a:endParaRPr>
          </a:p>
        </p:txBody>
      </p:sp>
      <p:pic>
        <p:nvPicPr>
          <p:cNvPr id="3" name="Bildobjekt 2" descr="En bild som visar text, skärmbild, kvadrat, Rektangel&#10;&#10;AI-genererat innehåll kan vara felaktigt.">
            <a:extLst>
              <a:ext uri="{FF2B5EF4-FFF2-40B4-BE49-F238E27FC236}">
                <a16:creationId xmlns:a16="http://schemas.microsoft.com/office/drawing/2014/main" id="{7DF4D53E-F7C8-E728-FC70-3AF3434E5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88" y="1782115"/>
            <a:ext cx="537882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8654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99</Words>
  <Application>Microsoft Macintosh PowerPoint</Application>
  <PresentationFormat>Bredbild</PresentationFormat>
  <Paragraphs>34</Paragraphs>
  <Slides>13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Helvetica Neue</vt:lpstr>
      <vt:lpstr>Neue Haas Grotesk Text Pro</vt:lpstr>
      <vt:lpstr>VanillaVTI</vt:lpstr>
      <vt:lpstr>Image Classification using PyTorch</vt:lpstr>
      <vt:lpstr>Contents</vt:lpstr>
      <vt:lpstr>Data Processing</vt:lpstr>
      <vt:lpstr>Download data</vt:lpstr>
      <vt:lpstr>Split data</vt:lpstr>
      <vt:lpstr>Split data</vt:lpstr>
      <vt:lpstr>Create the model</vt:lpstr>
      <vt:lpstr>Create the model</vt:lpstr>
      <vt:lpstr>Train the model</vt:lpstr>
      <vt:lpstr>Train the model</vt:lpstr>
      <vt:lpstr>Visualizations &amp; Analysis</vt:lpstr>
      <vt:lpstr>Visualizations &amp; Analysis</vt:lpstr>
      <vt:lpstr>Visualizations &amp;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Hermansson</dc:creator>
  <cp:lastModifiedBy>Leo Hermansson</cp:lastModifiedBy>
  <cp:revision>3</cp:revision>
  <dcterms:created xsi:type="dcterms:W3CDTF">2025-11-11T16:51:33Z</dcterms:created>
  <dcterms:modified xsi:type="dcterms:W3CDTF">2025-11-12T07:32:49Z</dcterms:modified>
</cp:coreProperties>
</file>